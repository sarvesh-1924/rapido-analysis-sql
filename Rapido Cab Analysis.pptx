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256" r:id="rId5"/>
    <p:sldId id="288" r:id="rId6"/>
    <p:sldId id="277" r:id="rId7"/>
    <p:sldId id="278" r:id="rId8"/>
    <p:sldId id="279" r:id="rId9"/>
    <p:sldId id="280" r:id="rId10"/>
    <p:sldId id="281" r:id="rId11"/>
    <p:sldId id="283" r:id="rId12"/>
    <p:sldId id="282" r:id="rId13"/>
    <p:sldId id="289" r:id="rId14"/>
    <p:sldId id="290" r:id="rId15"/>
    <p:sldId id="291" r:id="rId16"/>
    <p:sldId id="292" r:id="rId17"/>
    <p:sldId id="293" r:id="rId18"/>
    <p:sldId id="2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015F374-A3F7-43A1-B8BA-D9C73EB96410}">
          <p14:sldIdLst>
            <p14:sldId id="256"/>
            <p14:sldId id="288"/>
            <p14:sldId id="277"/>
            <p14:sldId id="278"/>
            <p14:sldId id="279"/>
            <p14:sldId id="280"/>
            <p14:sldId id="281"/>
            <p14:sldId id="283"/>
            <p14:sldId id="282"/>
            <p14:sldId id="289"/>
            <p14:sldId id="290"/>
            <p14:sldId id="291"/>
            <p14:sldId id="292"/>
            <p14:sldId id="293"/>
            <p14:sldId id="285"/>
          </p14:sldIdLst>
        </p14:section>
      </p14:sectionLst>
    </p:ex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C528BE-8C68-4671-8E5C-F1CDBFA6FFC7}" v="110" dt="2025-07-31T11:07:31.7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showGuides="1">
      <p:cViewPr varScale="1">
        <p:scale>
          <a:sx n="75" d="100"/>
          <a:sy n="75" d="100"/>
        </p:scale>
        <p:origin x="82" y="672"/>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VESH GHADGE" userId="4698c0d87b14b953" providerId="LiveId" clId="{3FC528BE-8C68-4671-8E5C-F1CDBFA6FFC7}"/>
    <pc:docChg chg="undo custSel addSld delSld modSld addSection delSection modSection">
      <pc:chgData name="SARVESH GHADGE" userId="4698c0d87b14b953" providerId="LiveId" clId="{3FC528BE-8C68-4671-8E5C-F1CDBFA6FFC7}" dt="2025-07-31T11:07:31.731" v="1358"/>
      <pc:docMkLst>
        <pc:docMk/>
      </pc:docMkLst>
      <pc:sldChg chg="addSp delSp modSp mod">
        <pc:chgData name="SARVESH GHADGE" userId="4698c0d87b14b953" providerId="LiveId" clId="{3FC528BE-8C68-4671-8E5C-F1CDBFA6FFC7}" dt="2025-07-31T11:07:31.731" v="1358"/>
        <pc:sldMkLst>
          <pc:docMk/>
          <pc:sldMk cId="2387849042" sldId="256"/>
        </pc:sldMkLst>
        <pc:spChg chg="add mod">
          <ac:chgData name="SARVESH GHADGE" userId="4698c0d87b14b953" providerId="LiveId" clId="{3FC528BE-8C68-4671-8E5C-F1CDBFA6FFC7}" dt="2025-07-31T11:07:31.731" v="1358"/>
          <ac:spMkLst>
            <pc:docMk/>
            <pc:sldMk cId="2387849042" sldId="256"/>
            <ac:spMk id="3" creationId="{22BC7548-EA63-91A2-921D-A71F03F33477}"/>
          </ac:spMkLst>
        </pc:spChg>
        <pc:grpChg chg="del">
          <ac:chgData name="SARVESH GHADGE" userId="4698c0d87b14b953" providerId="LiveId" clId="{3FC528BE-8C68-4671-8E5C-F1CDBFA6FFC7}" dt="2025-07-31T05:03:56.871" v="1351" actId="478"/>
          <ac:grpSpMkLst>
            <pc:docMk/>
            <pc:sldMk cId="2387849042" sldId="256"/>
            <ac:grpSpMk id="7" creationId="{B95DF07A-CE7E-4D89-9AA0-25F4FFF3B9C7}"/>
          </ac:grpSpMkLst>
        </pc:grpChg>
        <pc:picChg chg="add mod">
          <ac:chgData name="SARVESH GHADGE" userId="4698c0d87b14b953" providerId="LiveId" clId="{3FC528BE-8C68-4671-8E5C-F1CDBFA6FFC7}" dt="2025-07-31T05:04:50.946" v="1356" actId="14100"/>
          <ac:picMkLst>
            <pc:docMk/>
            <pc:sldMk cId="2387849042" sldId="256"/>
            <ac:picMk id="6" creationId="{20727C9A-8CD1-E2F2-01ED-C990CD3807E5}"/>
          </ac:picMkLst>
        </pc:picChg>
      </pc:sldChg>
      <pc:sldChg chg="delSp modSp del mod">
        <pc:chgData name="SARVESH GHADGE" userId="4698c0d87b14b953" providerId="LiveId" clId="{3FC528BE-8C68-4671-8E5C-F1CDBFA6FFC7}" dt="2025-07-30T20:42:55.527" v="57" actId="2696"/>
        <pc:sldMkLst>
          <pc:docMk/>
          <pc:sldMk cId="3299715198" sldId="276"/>
        </pc:sldMkLst>
        <pc:spChg chg="mod">
          <ac:chgData name="SARVESH GHADGE" userId="4698c0d87b14b953" providerId="LiveId" clId="{3FC528BE-8C68-4671-8E5C-F1CDBFA6FFC7}" dt="2025-07-30T20:42:26.184" v="55" actId="14100"/>
          <ac:spMkLst>
            <pc:docMk/>
            <pc:sldMk cId="3299715198" sldId="276"/>
            <ac:spMk id="11" creationId="{4E3F5479-058B-4FA8-92E9-18CAB8CDC5C5}"/>
          </ac:spMkLst>
        </pc:spChg>
        <pc:spChg chg="del">
          <ac:chgData name="SARVESH GHADGE" userId="4698c0d87b14b953" providerId="LiveId" clId="{3FC528BE-8C68-4671-8E5C-F1CDBFA6FFC7}" dt="2025-07-30T20:37:45.804" v="17" actId="478"/>
          <ac:spMkLst>
            <pc:docMk/>
            <pc:sldMk cId="3299715198" sldId="276"/>
            <ac:spMk id="13" creationId="{E3ECCC05-FF78-40FA-84FF-172821D8B58A}"/>
          </ac:spMkLst>
        </pc:spChg>
        <pc:spChg chg="del">
          <ac:chgData name="SARVESH GHADGE" userId="4698c0d87b14b953" providerId="LiveId" clId="{3FC528BE-8C68-4671-8E5C-F1CDBFA6FFC7}" dt="2025-07-30T20:37:22.303" v="7" actId="478"/>
          <ac:spMkLst>
            <pc:docMk/>
            <pc:sldMk cId="3299715198" sldId="276"/>
            <ac:spMk id="15" creationId="{416F1356-9015-4B5C-9C64-3C1D963E5F59}"/>
          </ac:spMkLst>
        </pc:spChg>
        <pc:spChg chg="del mod">
          <ac:chgData name="SARVESH GHADGE" userId="4698c0d87b14b953" providerId="LiveId" clId="{3FC528BE-8C68-4671-8E5C-F1CDBFA6FFC7}" dt="2025-07-30T20:37:20.356" v="6" actId="478"/>
          <ac:spMkLst>
            <pc:docMk/>
            <pc:sldMk cId="3299715198" sldId="276"/>
            <ac:spMk id="16" creationId="{D6178536-4D8A-4FF2-BBDC-4B3E7E0FCF26}"/>
          </ac:spMkLst>
        </pc:spChg>
        <pc:spChg chg="del">
          <ac:chgData name="SARVESH GHADGE" userId="4698c0d87b14b953" providerId="LiveId" clId="{3FC528BE-8C68-4671-8E5C-F1CDBFA6FFC7}" dt="2025-07-30T20:37:24.510" v="8" actId="478"/>
          <ac:spMkLst>
            <pc:docMk/>
            <pc:sldMk cId="3299715198" sldId="276"/>
            <ac:spMk id="19" creationId="{EB7F2E37-0ACF-4E8A-9C1D-EC5B65BA2906}"/>
          </ac:spMkLst>
        </pc:spChg>
        <pc:spChg chg="del">
          <ac:chgData name="SARVESH GHADGE" userId="4698c0d87b14b953" providerId="LiveId" clId="{3FC528BE-8C68-4671-8E5C-F1CDBFA6FFC7}" dt="2025-07-30T20:37:26.271" v="9" actId="478"/>
          <ac:spMkLst>
            <pc:docMk/>
            <pc:sldMk cId="3299715198" sldId="276"/>
            <ac:spMk id="20" creationId="{88F812F5-70AF-4FBD-80D9-D59B3C456D5E}"/>
          </ac:spMkLst>
        </pc:spChg>
        <pc:spChg chg="del">
          <ac:chgData name="SARVESH GHADGE" userId="4698c0d87b14b953" providerId="LiveId" clId="{3FC528BE-8C68-4671-8E5C-F1CDBFA6FFC7}" dt="2025-07-30T20:37:27.888" v="10" actId="478"/>
          <ac:spMkLst>
            <pc:docMk/>
            <pc:sldMk cId="3299715198" sldId="276"/>
            <ac:spMk id="21" creationId="{952C5002-7E64-4069-ACA0-6876E54A9B46}"/>
          </ac:spMkLst>
        </pc:spChg>
        <pc:spChg chg="del">
          <ac:chgData name="SARVESH GHADGE" userId="4698c0d87b14b953" providerId="LiveId" clId="{3FC528BE-8C68-4671-8E5C-F1CDBFA6FFC7}" dt="2025-07-30T20:37:29.339" v="11" actId="478"/>
          <ac:spMkLst>
            <pc:docMk/>
            <pc:sldMk cId="3299715198" sldId="276"/>
            <ac:spMk id="22" creationId="{A49C5F3A-6F0D-4A0F-AE6E-92F342C22ACD}"/>
          </ac:spMkLst>
        </pc:spChg>
        <pc:spChg chg="del mod">
          <ac:chgData name="SARVESH GHADGE" userId="4698c0d87b14b953" providerId="LiveId" clId="{3FC528BE-8C68-4671-8E5C-F1CDBFA6FFC7}" dt="2025-07-30T20:37:55.520" v="19" actId="478"/>
          <ac:spMkLst>
            <pc:docMk/>
            <pc:sldMk cId="3299715198" sldId="276"/>
            <ac:spMk id="23" creationId="{364CFD90-D0E1-4BC3-9D8B-7503E2632C39}"/>
          </ac:spMkLst>
        </pc:spChg>
        <pc:spChg chg="del">
          <ac:chgData name="SARVESH GHADGE" userId="4698c0d87b14b953" providerId="LiveId" clId="{3FC528BE-8C68-4671-8E5C-F1CDBFA6FFC7}" dt="2025-07-30T20:37:13.475" v="2" actId="478"/>
          <ac:spMkLst>
            <pc:docMk/>
            <pc:sldMk cId="3299715198" sldId="276"/>
            <ac:spMk id="25" creationId="{94A75A79-A67A-4A23-8588-7FC5EB9A5183}"/>
          </ac:spMkLst>
        </pc:spChg>
        <pc:spChg chg="del">
          <ac:chgData name="SARVESH GHADGE" userId="4698c0d87b14b953" providerId="LiveId" clId="{3FC528BE-8C68-4671-8E5C-F1CDBFA6FFC7}" dt="2025-07-30T20:37:11.886" v="1" actId="478"/>
          <ac:spMkLst>
            <pc:docMk/>
            <pc:sldMk cId="3299715198" sldId="276"/>
            <ac:spMk id="26" creationId="{BBC62739-FA35-49F8-8929-743B31F55A69}"/>
          </ac:spMkLst>
        </pc:spChg>
        <pc:spChg chg="del">
          <ac:chgData name="SARVESH GHADGE" userId="4698c0d87b14b953" providerId="LiveId" clId="{3FC528BE-8C68-4671-8E5C-F1CDBFA6FFC7}" dt="2025-07-30T20:37:33.822" v="13" actId="478"/>
          <ac:spMkLst>
            <pc:docMk/>
            <pc:sldMk cId="3299715198" sldId="276"/>
            <ac:spMk id="27" creationId="{71BB375D-5EE6-4428-9817-2C7DB6B94332}"/>
          </ac:spMkLst>
        </pc:spChg>
        <pc:spChg chg="del mod">
          <ac:chgData name="SARVESH GHADGE" userId="4698c0d87b14b953" providerId="LiveId" clId="{3FC528BE-8C68-4671-8E5C-F1CDBFA6FFC7}" dt="2025-07-30T20:37:41.720" v="15" actId="21"/>
          <ac:spMkLst>
            <pc:docMk/>
            <pc:sldMk cId="3299715198" sldId="276"/>
            <ac:spMk id="28" creationId="{B3A511B7-C7F3-4107-9962-1E10D2E087DD}"/>
          </ac:spMkLst>
        </pc:spChg>
        <pc:spChg chg="del">
          <ac:chgData name="SARVESH GHADGE" userId="4698c0d87b14b953" providerId="LiveId" clId="{3FC528BE-8C68-4671-8E5C-F1CDBFA6FFC7}" dt="2025-07-30T20:37:31.638" v="12" actId="478"/>
          <ac:spMkLst>
            <pc:docMk/>
            <pc:sldMk cId="3299715198" sldId="276"/>
            <ac:spMk id="29" creationId="{D4D7D4B6-62C2-45AB-89A5-3A41DA021FD2}"/>
          </ac:spMkLst>
        </pc:spChg>
        <pc:spChg chg="del">
          <ac:chgData name="SARVESH GHADGE" userId="4698c0d87b14b953" providerId="LiveId" clId="{3FC528BE-8C68-4671-8E5C-F1CDBFA6FFC7}" dt="2025-07-30T20:37:44.221" v="16" actId="478"/>
          <ac:spMkLst>
            <pc:docMk/>
            <pc:sldMk cId="3299715198" sldId="276"/>
            <ac:spMk id="30" creationId="{83902602-D4BC-4D44-AC14-BB55A86C5D06}"/>
          </ac:spMkLst>
        </pc:spChg>
        <pc:grpChg chg="del">
          <ac:chgData name="SARVESH GHADGE" userId="4698c0d87b14b953" providerId="LiveId" clId="{3FC528BE-8C68-4671-8E5C-F1CDBFA6FFC7}" dt="2025-07-30T20:37:09.386" v="0" actId="478"/>
          <ac:grpSpMkLst>
            <pc:docMk/>
            <pc:sldMk cId="3299715198" sldId="276"/>
            <ac:grpSpMk id="31" creationId="{044C3643-8A0E-47C1-BEB8-C73203B5E58D}"/>
          </ac:grpSpMkLst>
        </pc:grpChg>
        <pc:cxnChg chg="del">
          <ac:chgData name="SARVESH GHADGE" userId="4698c0d87b14b953" providerId="LiveId" clId="{3FC528BE-8C68-4671-8E5C-F1CDBFA6FFC7}" dt="2025-07-30T20:38:00.165" v="21" actId="478"/>
          <ac:cxnSpMkLst>
            <pc:docMk/>
            <pc:sldMk cId="3299715198" sldId="276"/>
            <ac:cxnSpMk id="8" creationId="{D0986099-F5F2-4E8B-BE17-81194861A00C}"/>
          </ac:cxnSpMkLst>
        </pc:cxnChg>
        <pc:cxnChg chg="del">
          <ac:chgData name="SARVESH GHADGE" userId="4698c0d87b14b953" providerId="LiveId" clId="{3FC528BE-8C68-4671-8E5C-F1CDBFA6FFC7}" dt="2025-07-30T20:37:57.777" v="20" actId="478"/>
          <ac:cxnSpMkLst>
            <pc:docMk/>
            <pc:sldMk cId="3299715198" sldId="276"/>
            <ac:cxnSpMk id="14" creationId="{83E690F4-843A-47A5-8620-4FB01C0D8E68}"/>
          </ac:cxnSpMkLst>
        </pc:cxnChg>
      </pc:sldChg>
      <pc:sldChg chg="addSp delSp modSp mod modClrScheme chgLayout">
        <pc:chgData name="SARVESH GHADGE" userId="4698c0d87b14b953" providerId="LiveId" clId="{3FC528BE-8C68-4671-8E5C-F1CDBFA6FFC7}" dt="2025-07-30T20:56:55.539" v="194" actId="20577"/>
        <pc:sldMkLst>
          <pc:docMk/>
          <pc:sldMk cId="822569134" sldId="277"/>
        </pc:sldMkLst>
        <pc:spChg chg="del">
          <ac:chgData name="SARVESH GHADGE" userId="4698c0d87b14b953" providerId="LiveId" clId="{3FC528BE-8C68-4671-8E5C-F1CDBFA6FFC7}" dt="2025-07-30T20:49:28.280" v="110" actId="478"/>
          <ac:spMkLst>
            <pc:docMk/>
            <pc:sldMk cId="822569134" sldId="277"/>
            <ac:spMk id="2" creationId="{5B804E9F-B6B5-41F9-9B63-9AF435FDC2B7}"/>
          </ac:spMkLst>
        </pc:spChg>
        <pc:spChg chg="add mod ord">
          <ac:chgData name="SARVESH GHADGE" userId="4698c0d87b14b953" providerId="LiveId" clId="{3FC528BE-8C68-4671-8E5C-F1CDBFA6FFC7}" dt="2025-07-30T20:56:55.539" v="194" actId="20577"/>
          <ac:spMkLst>
            <pc:docMk/>
            <pc:sldMk cId="822569134" sldId="277"/>
            <ac:spMk id="3" creationId="{96FE2D87-ACD1-3BD2-F734-3818923806E6}"/>
          </ac:spMkLst>
        </pc:spChg>
        <pc:spChg chg="add">
          <ac:chgData name="SARVESH GHADGE" userId="4698c0d87b14b953" providerId="LiveId" clId="{3FC528BE-8C68-4671-8E5C-F1CDBFA6FFC7}" dt="2025-07-30T20:54:06.053" v="157"/>
          <ac:spMkLst>
            <pc:docMk/>
            <pc:sldMk cId="822569134" sldId="277"/>
            <ac:spMk id="5" creationId="{97F9E85D-8D50-5BA7-F2E5-912E5F783C9E}"/>
          </ac:spMkLst>
        </pc:spChg>
        <pc:spChg chg="add">
          <ac:chgData name="SARVESH GHADGE" userId="4698c0d87b14b953" providerId="LiveId" clId="{3FC528BE-8C68-4671-8E5C-F1CDBFA6FFC7}" dt="2025-07-30T20:54:11.257" v="158"/>
          <ac:spMkLst>
            <pc:docMk/>
            <pc:sldMk cId="822569134" sldId="277"/>
            <ac:spMk id="6" creationId="{B77164A1-875F-7D7E-AC0A-02D86971C8D5}"/>
          </ac:spMkLst>
        </pc:spChg>
        <pc:spChg chg="mod ord">
          <ac:chgData name="SARVESH GHADGE" userId="4698c0d87b14b953" providerId="LiveId" clId="{3FC528BE-8C68-4671-8E5C-F1CDBFA6FFC7}" dt="2025-07-30T20:49:56.298" v="115" actId="700"/>
          <ac:spMkLst>
            <pc:docMk/>
            <pc:sldMk cId="822569134" sldId="277"/>
            <ac:spMk id="9" creationId="{9FDB6406-0CDB-4213-A1B6-DE47D953FED3}"/>
          </ac:spMkLst>
        </pc:spChg>
        <pc:spChg chg="del">
          <ac:chgData name="SARVESH GHADGE" userId="4698c0d87b14b953" providerId="LiveId" clId="{3FC528BE-8C68-4671-8E5C-F1CDBFA6FFC7}" dt="2025-07-30T20:49:34.710" v="112" actId="478"/>
          <ac:spMkLst>
            <pc:docMk/>
            <pc:sldMk cId="822569134" sldId="277"/>
            <ac:spMk id="43" creationId="{0092C447-C8E1-4B12-B012-E6D21CBB1FBE}"/>
          </ac:spMkLst>
        </pc:spChg>
        <pc:spChg chg="del">
          <ac:chgData name="SARVESH GHADGE" userId="4698c0d87b14b953" providerId="LiveId" clId="{3FC528BE-8C68-4671-8E5C-F1CDBFA6FFC7}" dt="2025-07-30T20:49:34.710" v="112" actId="478"/>
          <ac:spMkLst>
            <pc:docMk/>
            <pc:sldMk cId="822569134" sldId="277"/>
            <ac:spMk id="44" creationId="{7E139379-1914-4446-8D6D-984A47041A54}"/>
          </ac:spMkLst>
        </pc:spChg>
        <pc:spChg chg="del">
          <ac:chgData name="SARVESH GHADGE" userId="4698c0d87b14b953" providerId="LiveId" clId="{3FC528BE-8C68-4671-8E5C-F1CDBFA6FFC7}" dt="2025-07-30T20:49:34.710" v="112" actId="478"/>
          <ac:spMkLst>
            <pc:docMk/>
            <pc:sldMk cId="822569134" sldId="277"/>
            <ac:spMk id="46" creationId="{89DA262E-0502-4E65-8ABA-E063880EAC4C}"/>
          </ac:spMkLst>
        </pc:spChg>
        <pc:spChg chg="del">
          <ac:chgData name="SARVESH GHADGE" userId="4698c0d87b14b953" providerId="LiveId" clId="{3FC528BE-8C68-4671-8E5C-F1CDBFA6FFC7}" dt="2025-07-30T20:49:34.710" v="112" actId="478"/>
          <ac:spMkLst>
            <pc:docMk/>
            <pc:sldMk cId="822569134" sldId="277"/>
            <ac:spMk id="47" creationId="{1751D31D-3535-411D-8BAC-95CCC90AB185}"/>
          </ac:spMkLst>
        </pc:spChg>
        <pc:spChg chg="del">
          <ac:chgData name="SARVESH GHADGE" userId="4698c0d87b14b953" providerId="LiveId" clId="{3FC528BE-8C68-4671-8E5C-F1CDBFA6FFC7}" dt="2025-07-30T20:49:34.710" v="112" actId="478"/>
          <ac:spMkLst>
            <pc:docMk/>
            <pc:sldMk cId="822569134" sldId="277"/>
            <ac:spMk id="49" creationId="{54AB9282-0505-49EB-AABF-998083225E3A}"/>
          </ac:spMkLst>
        </pc:spChg>
        <pc:spChg chg="del">
          <ac:chgData name="SARVESH GHADGE" userId="4698c0d87b14b953" providerId="LiveId" clId="{3FC528BE-8C68-4671-8E5C-F1CDBFA6FFC7}" dt="2025-07-30T20:49:34.710" v="112" actId="478"/>
          <ac:spMkLst>
            <pc:docMk/>
            <pc:sldMk cId="822569134" sldId="277"/>
            <ac:spMk id="51" creationId="{8AA18108-5B8B-4147-84A7-D30A16BEC4EA}"/>
          </ac:spMkLst>
        </pc:spChg>
        <pc:spChg chg="del">
          <ac:chgData name="SARVESH GHADGE" userId="4698c0d87b14b953" providerId="LiveId" clId="{3FC528BE-8C68-4671-8E5C-F1CDBFA6FFC7}" dt="2025-07-30T20:49:34.710" v="112" actId="478"/>
          <ac:spMkLst>
            <pc:docMk/>
            <pc:sldMk cId="822569134" sldId="277"/>
            <ac:spMk id="52" creationId="{A8534162-B6E2-4579-9DAD-AD8DE07459BC}"/>
          </ac:spMkLst>
        </pc:spChg>
        <pc:spChg chg="del">
          <ac:chgData name="SARVESH GHADGE" userId="4698c0d87b14b953" providerId="LiveId" clId="{3FC528BE-8C68-4671-8E5C-F1CDBFA6FFC7}" dt="2025-07-30T20:49:34.710" v="112" actId="478"/>
          <ac:spMkLst>
            <pc:docMk/>
            <pc:sldMk cId="822569134" sldId="277"/>
            <ac:spMk id="53" creationId="{E1535E1C-6EBC-45D8-BCE1-D5B947A61FB6}"/>
          </ac:spMkLst>
        </pc:spChg>
        <pc:spChg chg="del">
          <ac:chgData name="SARVESH GHADGE" userId="4698c0d87b14b953" providerId="LiveId" clId="{3FC528BE-8C68-4671-8E5C-F1CDBFA6FFC7}" dt="2025-07-30T20:49:34.710" v="112" actId="478"/>
          <ac:spMkLst>
            <pc:docMk/>
            <pc:sldMk cId="822569134" sldId="277"/>
            <ac:spMk id="54" creationId="{28FF18A5-7B4E-4493-B38D-E732E033F82F}"/>
          </ac:spMkLst>
        </pc:spChg>
        <pc:spChg chg="mod">
          <ac:chgData name="SARVESH GHADGE" userId="4698c0d87b14b953" providerId="LiveId" clId="{3FC528BE-8C68-4671-8E5C-F1CDBFA6FFC7}" dt="2025-07-30T20:49:29.699" v="111" actId="1076"/>
          <ac:spMkLst>
            <pc:docMk/>
            <pc:sldMk cId="822569134" sldId="277"/>
            <ac:spMk id="56" creationId="{DEC447B3-FDD1-438D-A671-84CC56DF3DFC}"/>
          </ac:spMkLst>
        </pc:spChg>
        <pc:spChg chg="del">
          <ac:chgData name="SARVESH GHADGE" userId="4698c0d87b14b953" providerId="LiveId" clId="{3FC528BE-8C68-4671-8E5C-F1CDBFA6FFC7}" dt="2025-07-30T20:49:34.710" v="112" actId="478"/>
          <ac:spMkLst>
            <pc:docMk/>
            <pc:sldMk cId="822569134" sldId="277"/>
            <ac:spMk id="72" creationId="{4C935A16-4F4C-4B17-B911-F1D554A088A8}"/>
          </ac:spMkLst>
        </pc:spChg>
      </pc:sldChg>
      <pc:sldChg chg="addSp delSp modSp mod modClrScheme chgLayout">
        <pc:chgData name="SARVESH GHADGE" userId="4698c0d87b14b953" providerId="LiveId" clId="{3FC528BE-8C68-4671-8E5C-F1CDBFA6FFC7}" dt="2025-07-31T03:51:39.003" v="712" actId="14100"/>
        <pc:sldMkLst>
          <pc:docMk/>
          <pc:sldMk cId="843768125" sldId="278"/>
        </pc:sldMkLst>
        <pc:spChg chg="add del mod ord">
          <ac:chgData name="SARVESH GHADGE" userId="4698c0d87b14b953" providerId="LiveId" clId="{3FC528BE-8C68-4671-8E5C-F1CDBFA6FFC7}" dt="2025-07-31T03:34:22.533" v="201" actId="700"/>
          <ac:spMkLst>
            <pc:docMk/>
            <pc:sldMk cId="843768125" sldId="278"/>
            <ac:spMk id="2" creationId="{F7D37864-C8B9-4069-233A-EEF5FA5C5019}"/>
          </ac:spMkLst>
        </pc:spChg>
        <pc:spChg chg="add del mod ord">
          <ac:chgData name="SARVESH GHADGE" userId="4698c0d87b14b953" providerId="LiveId" clId="{3FC528BE-8C68-4671-8E5C-F1CDBFA6FFC7}" dt="2025-07-31T03:34:22.533" v="201" actId="700"/>
          <ac:spMkLst>
            <pc:docMk/>
            <pc:sldMk cId="843768125" sldId="278"/>
            <ac:spMk id="3" creationId="{6DB81D8D-D2B5-6A60-B3A8-0E6606205559}"/>
          </ac:spMkLst>
        </pc:spChg>
        <pc:spChg chg="add mod ord">
          <ac:chgData name="SARVESH GHADGE" userId="4698c0d87b14b953" providerId="LiveId" clId="{3FC528BE-8C68-4671-8E5C-F1CDBFA6FFC7}" dt="2025-07-31T03:41:39.970" v="336" actId="14100"/>
          <ac:spMkLst>
            <pc:docMk/>
            <pc:sldMk cId="843768125" sldId="278"/>
            <ac:spMk id="4" creationId="{4834D663-BAE5-6E70-3DAD-2527E6AD2910}"/>
          </ac:spMkLst>
        </pc:spChg>
        <pc:spChg chg="add del mod ord">
          <ac:chgData name="SARVESH GHADGE" userId="4698c0d87b14b953" providerId="LiveId" clId="{3FC528BE-8C68-4671-8E5C-F1CDBFA6FFC7}" dt="2025-07-31T03:49:55.343" v="621" actId="27636"/>
          <ac:spMkLst>
            <pc:docMk/>
            <pc:sldMk cId="843768125" sldId="278"/>
            <ac:spMk id="5" creationId="{C1FF7957-DE88-8046-0D88-E7A6F75BE080}"/>
          </ac:spMkLst>
        </pc:spChg>
        <pc:spChg chg="add del mod ord">
          <ac:chgData name="SARVESH GHADGE" userId="4698c0d87b14b953" providerId="LiveId" clId="{3FC528BE-8C68-4671-8E5C-F1CDBFA6FFC7}" dt="2025-07-31T03:47:07.601" v="495" actId="14100"/>
          <ac:spMkLst>
            <pc:docMk/>
            <pc:sldMk cId="843768125" sldId="278"/>
            <ac:spMk id="6" creationId="{29DE1669-1D9C-9286-3622-D6C4982AFF75}"/>
          </ac:spMkLst>
        </pc:spChg>
        <pc:spChg chg="mod ord">
          <ac:chgData name="SARVESH GHADGE" userId="4698c0d87b14b953" providerId="LiveId" clId="{3FC528BE-8C68-4671-8E5C-F1CDBFA6FFC7}" dt="2025-07-31T03:40:54.562" v="334" actId="700"/>
          <ac:spMkLst>
            <pc:docMk/>
            <pc:sldMk cId="843768125" sldId="278"/>
            <ac:spMk id="7" creationId="{ED2F5393-91A3-4102-A584-E902285C507A}"/>
          </ac:spMkLst>
        </pc:spChg>
        <pc:spChg chg="add del mod ord">
          <ac:chgData name="SARVESH GHADGE" userId="4698c0d87b14b953" providerId="LiveId" clId="{3FC528BE-8C68-4671-8E5C-F1CDBFA6FFC7}" dt="2025-07-31T03:51:01.643" v="679"/>
          <ac:spMkLst>
            <pc:docMk/>
            <pc:sldMk cId="843768125" sldId="278"/>
            <ac:spMk id="8" creationId="{748EB291-96FE-6081-CDFE-4276DCD6C835}"/>
          </ac:spMkLst>
        </pc:spChg>
        <pc:spChg chg="add mod">
          <ac:chgData name="SARVESH GHADGE" userId="4698c0d87b14b953" providerId="LiveId" clId="{3FC528BE-8C68-4671-8E5C-F1CDBFA6FFC7}" dt="2025-07-31T03:42:16.121" v="350" actId="20577"/>
          <ac:spMkLst>
            <pc:docMk/>
            <pc:sldMk cId="843768125" sldId="278"/>
            <ac:spMk id="15" creationId="{D9EADF58-135A-0ACF-B6FC-308F5AC43B77}"/>
          </ac:spMkLst>
        </pc:spChg>
        <pc:spChg chg="add mod">
          <ac:chgData name="SARVESH GHADGE" userId="4698c0d87b14b953" providerId="LiveId" clId="{3FC528BE-8C68-4671-8E5C-F1CDBFA6FFC7}" dt="2025-07-31T03:47:23.828" v="497"/>
          <ac:spMkLst>
            <pc:docMk/>
            <pc:sldMk cId="843768125" sldId="278"/>
            <ac:spMk id="16" creationId="{C3EBF8B8-F8B0-159E-3DC2-C7CD3929940C}"/>
          </ac:spMkLst>
        </pc:spChg>
        <pc:spChg chg="add mod">
          <ac:chgData name="SARVESH GHADGE" userId="4698c0d87b14b953" providerId="LiveId" clId="{3FC528BE-8C68-4671-8E5C-F1CDBFA6FFC7}" dt="2025-07-31T03:47:38.459" v="499"/>
          <ac:spMkLst>
            <pc:docMk/>
            <pc:sldMk cId="843768125" sldId="278"/>
            <ac:spMk id="17" creationId="{B3F0F6B0-EB8D-2AA2-0DCD-0F25C4126D05}"/>
          </ac:spMkLst>
        </pc:spChg>
        <pc:spChg chg="add mod">
          <ac:chgData name="SARVESH GHADGE" userId="4698c0d87b14b953" providerId="LiveId" clId="{3FC528BE-8C68-4671-8E5C-F1CDBFA6FFC7}" dt="2025-07-31T03:51:39.003" v="712" actId="14100"/>
          <ac:spMkLst>
            <pc:docMk/>
            <pc:sldMk cId="843768125" sldId="278"/>
            <ac:spMk id="18" creationId="{F0DCB8C2-CDD2-9C05-0EC5-97E48EE3A14C}"/>
          </ac:spMkLst>
        </pc:spChg>
        <pc:spChg chg="add del">
          <ac:chgData name="SARVESH GHADGE" userId="4698c0d87b14b953" providerId="LiveId" clId="{3FC528BE-8C68-4671-8E5C-F1CDBFA6FFC7}" dt="2025-07-30T20:57:23.622" v="197" actId="478"/>
          <ac:spMkLst>
            <pc:docMk/>
            <pc:sldMk cId="843768125" sldId="278"/>
            <ac:spMk id="41" creationId="{3FAD125B-9A3B-49A4-B9EC-C8A6D3CF9CBF}"/>
          </ac:spMkLst>
        </pc:spChg>
        <pc:spChg chg="add del">
          <ac:chgData name="SARVESH GHADGE" userId="4698c0d87b14b953" providerId="LiveId" clId="{3FC528BE-8C68-4671-8E5C-F1CDBFA6FFC7}" dt="2025-07-30T20:57:23.622" v="197" actId="478"/>
          <ac:spMkLst>
            <pc:docMk/>
            <pc:sldMk cId="843768125" sldId="278"/>
            <ac:spMk id="73" creationId="{40123448-0B37-4226-B26C-A3081E6142FF}"/>
          </ac:spMkLst>
        </pc:spChg>
        <pc:spChg chg="add del">
          <ac:chgData name="SARVESH GHADGE" userId="4698c0d87b14b953" providerId="LiveId" clId="{3FC528BE-8C68-4671-8E5C-F1CDBFA6FFC7}" dt="2025-07-30T20:57:23.622" v="197" actId="478"/>
          <ac:spMkLst>
            <pc:docMk/>
            <pc:sldMk cId="843768125" sldId="278"/>
            <ac:spMk id="77" creationId="{69943F00-C6CB-4F10-A02B-801F37984D43}"/>
          </ac:spMkLst>
        </pc:spChg>
        <pc:spChg chg="add del">
          <ac:chgData name="SARVESH GHADGE" userId="4698c0d87b14b953" providerId="LiveId" clId="{3FC528BE-8C68-4671-8E5C-F1CDBFA6FFC7}" dt="2025-07-30T20:57:23.622" v="197" actId="478"/>
          <ac:spMkLst>
            <pc:docMk/>
            <pc:sldMk cId="843768125" sldId="278"/>
            <ac:spMk id="81" creationId="{D4EC02E4-F054-4111-9038-AE0BDA4C8060}"/>
          </ac:spMkLst>
        </pc:spChg>
        <pc:spChg chg="add del">
          <ac:chgData name="SARVESH GHADGE" userId="4698c0d87b14b953" providerId="LiveId" clId="{3FC528BE-8C68-4671-8E5C-F1CDBFA6FFC7}" dt="2025-07-30T20:57:23.622" v="197" actId="478"/>
          <ac:spMkLst>
            <pc:docMk/>
            <pc:sldMk cId="843768125" sldId="278"/>
            <ac:spMk id="82" creationId="{9771041D-83B6-4693-BC25-25AABB3CE3BF}"/>
          </ac:spMkLst>
        </pc:spChg>
        <pc:spChg chg="add del">
          <ac:chgData name="SARVESH GHADGE" userId="4698c0d87b14b953" providerId="LiveId" clId="{3FC528BE-8C68-4671-8E5C-F1CDBFA6FFC7}" dt="2025-07-30T20:57:23.622" v="197" actId="478"/>
          <ac:spMkLst>
            <pc:docMk/>
            <pc:sldMk cId="843768125" sldId="278"/>
            <ac:spMk id="84" creationId="{3B69453F-B845-4467-8C29-7A6677641EC0}"/>
          </ac:spMkLst>
        </pc:spChg>
        <pc:spChg chg="add del">
          <ac:chgData name="SARVESH GHADGE" userId="4698c0d87b14b953" providerId="LiveId" clId="{3FC528BE-8C68-4671-8E5C-F1CDBFA6FFC7}" dt="2025-07-30T20:57:23.622" v="197" actId="478"/>
          <ac:spMkLst>
            <pc:docMk/>
            <pc:sldMk cId="843768125" sldId="278"/>
            <ac:spMk id="86" creationId="{6B499F5E-706B-4272-818B-C87149038662}"/>
          </ac:spMkLst>
        </pc:spChg>
        <pc:spChg chg="add">
          <ac:chgData name="SARVESH GHADGE" userId="4698c0d87b14b953" providerId="LiveId" clId="{3FC528BE-8C68-4671-8E5C-F1CDBFA6FFC7}" dt="2025-07-30T20:57:18.470" v="196" actId="478"/>
          <ac:spMkLst>
            <pc:docMk/>
            <pc:sldMk cId="843768125" sldId="278"/>
            <ac:spMk id="88" creationId="{481D58D3-87D7-4D40-B59F-7F751F117F96}"/>
          </ac:spMkLst>
        </pc:spChg>
        <pc:spChg chg="add del">
          <ac:chgData name="SARVESH GHADGE" userId="4698c0d87b14b953" providerId="LiveId" clId="{3FC528BE-8C68-4671-8E5C-F1CDBFA6FFC7}" dt="2025-07-30T20:57:23.622" v="197" actId="478"/>
          <ac:spMkLst>
            <pc:docMk/>
            <pc:sldMk cId="843768125" sldId="278"/>
            <ac:spMk id="89" creationId="{AAC2972F-490F-4F2F-8A08-930B8C850374}"/>
          </ac:spMkLst>
        </pc:spChg>
        <pc:spChg chg="del">
          <ac:chgData name="SARVESH GHADGE" userId="4698c0d87b14b953" providerId="LiveId" clId="{3FC528BE-8C68-4671-8E5C-F1CDBFA6FFC7}" dt="2025-07-30T20:57:23.622" v="197" actId="478"/>
          <ac:spMkLst>
            <pc:docMk/>
            <pc:sldMk cId="843768125" sldId="278"/>
            <ac:spMk id="90" creationId="{79B46693-ED1F-429F-9B11-2794939E3B99}"/>
          </ac:spMkLst>
        </pc:spChg>
        <pc:spChg chg="add del">
          <ac:chgData name="SARVESH GHADGE" userId="4698c0d87b14b953" providerId="LiveId" clId="{3FC528BE-8C68-4671-8E5C-F1CDBFA6FFC7}" dt="2025-07-30T20:57:23.622" v="197" actId="478"/>
          <ac:spMkLst>
            <pc:docMk/>
            <pc:sldMk cId="843768125" sldId="278"/>
            <ac:spMk id="91" creationId="{0F8D1DEA-0363-4C10-925D-1D68E14CCEF4}"/>
          </ac:spMkLst>
        </pc:spChg>
        <pc:graphicFrameChg chg="add mod">
          <ac:chgData name="SARVESH GHADGE" userId="4698c0d87b14b953" providerId="LiveId" clId="{3FC528BE-8C68-4671-8E5C-F1CDBFA6FFC7}" dt="2025-07-31T03:36:24.296" v="204"/>
          <ac:graphicFrameMkLst>
            <pc:docMk/>
            <pc:sldMk cId="843768125" sldId="278"/>
            <ac:graphicFrameMk id="9" creationId="{2346A98E-7E78-3CF0-4AFA-B426B2016339}"/>
          </ac:graphicFrameMkLst>
        </pc:graphicFrameChg>
        <pc:graphicFrameChg chg="add mod">
          <ac:chgData name="SARVESH GHADGE" userId="4698c0d87b14b953" providerId="LiveId" clId="{3FC528BE-8C68-4671-8E5C-F1CDBFA6FFC7}" dt="2025-07-31T03:36:24.296" v="204"/>
          <ac:graphicFrameMkLst>
            <pc:docMk/>
            <pc:sldMk cId="843768125" sldId="278"/>
            <ac:graphicFrameMk id="10" creationId="{8CF5234A-A89A-05A2-2234-0C71E1C5D363}"/>
          </ac:graphicFrameMkLst>
        </pc:graphicFrameChg>
        <pc:graphicFrameChg chg="add mod">
          <ac:chgData name="SARVESH GHADGE" userId="4698c0d87b14b953" providerId="LiveId" clId="{3FC528BE-8C68-4671-8E5C-F1CDBFA6FFC7}" dt="2025-07-31T03:36:22.390" v="203"/>
          <ac:graphicFrameMkLst>
            <pc:docMk/>
            <pc:sldMk cId="843768125" sldId="278"/>
            <ac:graphicFrameMk id="11" creationId="{106D067E-90EB-072D-D766-AC41B5EF29CD}"/>
          </ac:graphicFrameMkLst>
        </pc:graphicFrameChg>
        <pc:graphicFrameChg chg="add mod">
          <ac:chgData name="SARVESH GHADGE" userId="4698c0d87b14b953" providerId="LiveId" clId="{3FC528BE-8C68-4671-8E5C-F1CDBFA6FFC7}" dt="2025-07-31T03:36:22.390" v="203"/>
          <ac:graphicFrameMkLst>
            <pc:docMk/>
            <pc:sldMk cId="843768125" sldId="278"/>
            <ac:graphicFrameMk id="12" creationId="{C9F4C089-EC68-7266-AF84-E1A1D68DEEE7}"/>
          </ac:graphicFrameMkLst>
        </pc:graphicFrameChg>
        <pc:graphicFrameChg chg="add mod">
          <ac:chgData name="SARVESH GHADGE" userId="4698c0d87b14b953" providerId="LiveId" clId="{3FC528BE-8C68-4671-8E5C-F1CDBFA6FFC7}" dt="2025-07-31T03:36:22.390" v="203"/>
          <ac:graphicFrameMkLst>
            <pc:docMk/>
            <pc:sldMk cId="843768125" sldId="278"/>
            <ac:graphicFrameMk id="13" creationId="{C35C83C4-5AB6-8936-60F3-722AC70A3755}"/>
          </ac:graphicFrameMkLst>
        </pc:graphicFrameChg>
        <pc:graphicFrameChg chg="add mod">
          <ac:chgData name="SARVESH GHADGE" userId="4698c0d87b14b953" providerId="LiveId" clId="{3FC528BE-8C68-4671-8E5C-F1CDBFA6FFC7}" dt="2025-07-31T03:36:22.390" v="203"/>
          <ac:graphicFrameMkLst>
            <pc:docMk/>
            <pc:sldMk cId="843768125" sldId="278"/>
            <ac:graphicFrameMk id="14" creationId="{C6E71B72-9C93-CD79-D849-653A68F70B12}"/>
          </ac:graphicFrameMkLst>
        </pc:graphicFrameChg>
      </pc:sldChg>
      <pc:sldChg chg="addSp delSp modSp mod modClrScheme chgLayout">
        <pc:chgData name="SARVESH GHADGE" userId="4698c0d87b14b953" providerId="LiveId" clId="{3FC528BE-8C68-4671-8E5C-F1CDBFA6FFC7}" dt="2025-07-31T04:07:46.673" v="832" actId="1076"/>
        <pc:sldMkLst>
          <pc:docMk/>
          <pc:sldMk cId="1212140928" sldId="279"/>
        </pc:sldMkLst>
        <pc:spChg chg="add del mod ord">
          <ac:chgData name="SARVESH GHADGE" userId="4698c0d87b14b953" providerId="LiveId" clId="{3FC528BE-8C68-4671-8E5C-F1CDBFA6FFC7}" dt="2025-07-31T03:56:44.872" v="732" actId="22"/>
          <ac:spMkLst>
            <pc:docMk/>
            <pc:sldMk cId="1212140928" sldId="279"/>
            <ac:spMk id="2" creationId="{8417B500-8875-ABC5-89CC-D8C9F07DF580}"/>
          </ac:spMkLst>
        </pc:spChg>
        <pc:spChg chg="add del mod ord">
          <ac:chgData name="SARVESH GHADGE" userId="4698c0d87b14b953" providerId="LiveId" clId="{3FC528BE-8C68-4671-8E5C-F1CDBFA6FFC7}" dt="2025-07-31T04:02:05.574" v="775" actId="22"/>
          <ac:spMkLst>
            <pc:docMk/>
            <pc:sldMk cId="1212140928" sldId="279"/>
            <ac:spMk id="3" creationId="{A4816413-E0EA-FABA-AA4C-51950296FD9A}"/>
          </ac:spMkLst>
        </pc:spChg>
        <pc:spChg chg="mod ord">
          <ac:chgData name="SARVESH GHADGE" userId="4698c0d87b14b953" providerId="LiveId" clId="{3FC528BE-8C68-4671-8E5C-F1CDBFA6FFC7}" dt="2025-07-31T03:54:23.991" v="714" actId="700"/>
          <ac:spMkLst>
            <pc:docMk/>
            <pc:sldMk cId="1212140928" sldId="279"/>
            <ac:spMk id="4" creationId="{2AC0C949-7A02-4C95-8017-D82E7E71C4F7}"/>
          </ac:spMkLst>
        </pc:spChg>
        <pc:spChg chg="add mod">
          <ac:chgData name="SARVESH GHADGE" userId="4698c0d87b14b953" providerId="LiveId" clId="{3FC528BE-8C68-4671-8E5C-F1CDBFA6FFC7}" dt="2025-07-31T03:56:16.408" v="731" actId="20577"/>
          <ac:spMkLst>
            <pc:docMk/>
            <pc:sldMk cId="1212140928" sldId="279"/>
            <ac:spMk id="5" creationId="{2B8756B2-6C41-E244-A8EE-8B4D7D58765C}"/>
          </ac:spMkLst>
        </pc:spChg>
        <pc:spChg chg="del">
          <ac:chgData name="SARVESH GHADGE" userId="4698c0d87b14b953" providerId="LiveId" clId="{3FC528BE-8C68-4671-8E5C-F1CDBFA6FFC7}" dt="2025-07-31T03:53:51.834" v="713" actId="478"/>
          <ac:spMkLst>
            <pc:docMk/>
            <pc:sldMk cId="1212140928" sldId="279"/>
            <ac:spMk id="9" creationId="{F4673A57-8C07-453C-8611-1D99E8CDE141}"/>
          </ac:spMkLst>
        </pc:spChg>
        <pc:spChg chg="del">
          <ac:chgData name="SARVESH GHADGE" userId="4698c0d87b14b953" providerId="LiveId" clId="{3FC528BE-8C68-4671-8E5C-F1CDBFA6FFC7}" dt="2025-07-31T03:53:51.834" v="713" actId="478"/>
          <ac:spMkLst>
            <pc:docMk/>
            <pc:sldMk cId="1212140928" sldId="279"/>
            <ac:spMk id="11" creationId="{4E3F5479-058B-4FA8-92E9-18CAB8CDC5C5}"/>
          </ac:spMkLst>
        </pc:spChg>
        <pc:spChg chg="add mod">
          <ac:chgData name="SARVESH GHADGE" userId="4698c0d87b14b953" providerId="LiveId" clId="{3FC528BE-8C68-4671-8E5C-F1CDBFA6FFC7}" dt="2025-07-31T03:59:54.907" v="756" actId="14100"/>
          <ac:spMkLst>
            <pc:docMk/>
            <pc:sldMk cId="1212140928" sldId="279"/>
            <ac:spMk id="16" creationId="{BCD5E32A-3B23-5644-9B37-18E3775312DD}"/>
          </ac:spMkLst>
        </pc:spChg>
        <pc:spChg chg="add del mod">
          <ac:chgData name="SARVESH GHADGE" userId="4698c0d87b14b953" providerId="LiveId" clId="{3FC528BE-8C68-4671-8E5C-F1CDBFA6FFC7}" dt="2025-07-31T03:58:30.049" v="745"/>
          <ac:spMkLst>
            <pc:docMk/>
            <pc:sldMk cId="1212140928" sldId="279"/>
            <ac:spMk id="18" creationId="{A7787503-6F53-A0CD-5681-8B8947D28485}"/>
          </ac:spMkLst>
        </pc:spChg>
        <pc:spChg chg="add mod">
          <ac:chgData name="SARVESH GHADGE" userId="4698c0d87b14b953" providerId="LiveId" clId="{3FC528BE-8C68-4671-8E5C-F1CDBFA6FFC7}" dt="2025-07-31T04:07:22.866" v="829" actId="14100"/>
          <ac:spMkLst>
            <pc:docMk/>
            <pc:sldMk cId="1212140928" sldId="279"/>
            <ac:spMk id="20" creationId="{1AC8C54D-65C5-C504-7436-2DCA0BF143C0}"/>
          </ac:spMkLst>
        </pc:spChg>
        <pc:spChg chg="add del">
          <ac:chgData name="SARVESH GHADGE" userId="4698c0d87b14b953" providerId="LiveId" clId="{3FC528BE-8C68-4671-8E5C-F1CDBFA6FFC7}" dt="2025-07-31T04:06:46.154" v="821" actId="21"/>
          <ac:spMkLst>
            <pc:docMk/>
            <pc:sldMk cId="1212140928" sldId="279"/>
            <ac:spMk id="22" creationId="{2EE6E421-E2F8-019E-F7FB-973519002E03}"/>
          </ac:spMkLst>
        </pc:spChg>
        <pc:spChg chg="add mod">
          <ac:chgData name="SARVESH GHADGE" userId="4698c0d87b14b953" providerId="LiveId" clId="{3FC528BE-8C68-4671-8E5C-F1CDBFA6FFC7}" dt="2025-07-31T04:01:37.344" v="774"/>
          <ac:spMkLst>
            <pc:docMk/>
            <pc:sldMk cId="1212140928" sldId="279"/>
            <ac:spMk id="23" creationId="{19F5DB24-D031-5413-716E-EA195842ABD4}"/>
          </ac:spMkLst>
        </pc:spChg>
        <pc:spChg chg="add mod">
          <ac:chgData name="SARVESH GHADGE" userId="4698c0d87b14b953" providerId="LiveId" clId="{3FC528BE-8C68-4671-8E5C-F1CDBFA6FFC7}" dt="2025-07-31T04:06:33.755" v="818" actId="1076"/>
          <ac:spMkLst>
            <pc:docMk/>
            <pc:sldMk cId="1212140928" sldId="279"/>
            <ac:spMk id="28" creationId="{754E2221-7DFD-4A0B-16EC-C79FB59A1DDA}"/>
          </ac:spMkLst>
        </pc:spChg>
        <pc:spChg chg="add del mod">
          <ac:chgData name="SARVESH GHADGE" userId="4698c0d87b14b953" providerId="LiveId" clId="{3FC528BE-8C68-4671-8E5C-F1CDBFA6FFC7}" dt="2025-07-31T04:03:07.726" v="788"/>
          <ac:spMkLst>
            <pc:docMk/>
            <pc:sldMk cId="1212140928" sldId="279"/>
            <ac:spMk id="30" creationId="{77CEC993-09E3-718F-692D-6A79A7E1B1BF}"/>
          </ac:spMkLst>
        </pc:spChg>
        <pc:spChg chg="add mod">
          <ac:chgData name="SARVESH GHADGE" userId="4698c0d87b14b953" providerId="LiveId" clId="{3FC528BE-8C68-4671-8E5C-F1CDBFA6FFC7}" dt="2025-07-31T04:07:05.562" v="825" actId="14100"/>
          <ac:spMkLst>
            <pc:docMk/>
            <pc:sldMk cId="1212140928" sldId="279"/>
            <ac:spMk id="32" creationId="{19408436-9E04-CD15-FFDF-553A351518F4}"/>
          </ac:spMkLst>
        </pc:spChg>
        <pc:spChg chg="add del mod">
          <ac:chgData name="SARVESH GHADGE" userId="4698c0d87b14b953" providerId="LiveId" clId="{3FC528BE-8C68-4671-8E5C-F1CDBFA6FFC7}" dt="2025-07-31T04:06:42.425" v="820" actId="21"/>
          <ac:spMkLst>
            <pc:docMk/>
            <pc:sldMk cId="1212140928" sldId="279"/>
            <ac:spMk id="34" creationId="{C1214DD2-082C-1CA3-EC51-DE9E6E3C430D}"/>
          </ac:spMkLst>
        </pc:spChg>
        <pc:spChg chg="add">
          <ac:chgData name="SARVESH GHADGE" userId="4698c0d87b14b953" providerId="LiveId" clId="{3FC528BE-8C68-4671-8E5C-F1CDBFA6FFC7}" dt="2025-07-31T04:07:33.241" v="830" actId="11529"/>
          <ac:spMkLst>
            <pc:docMk/>
            <pc:sldMk cId="1212140928" sldId="279"/>
            <ac:spMk id="35" creationId="{802DC0FF-5CBE-AD92-0F5A-2F0AA594B782}"/>
          </ac:spMkLst>
        </pc:spChg>
        <pc:spChg chg="add mod">
          <ac:chgData name="SARVESH GHADGE" userId="4698c0d87b14b953" providerId="LiveId" clId="{3FC528BE-8C68-4671-8E5C-F1CDBFA6FFC7}" dt="2025-07-31T04:07:46.673" v="832" actId="1076"/>
          <ac:spMkLst>
            <pc:docMk/>
            <pc:sldMk cId="1212140928" sldId="279"/>
            <ac:spMk id="36" creationId="{8A1ADC48-22D4-1C21-4AA9-61A97D164CE2}"/>
          </ac:spMkLst>
        </pc:spChg>
        <pc:spChg chg="del">
          <ac:chgData name="SARVESH GHADGE" userId="4698c0d87b14b953" providerId="LiveId" clId="{3FC528BE-8C68-4671-8E5C-F1CDBFA6FFC7}" dt="2025-07-31T03:53:51.834" v="713" actId="478"/>
          <ac:spMkLst>
            <pc:docMk/>
            <pc:sldMk cId="1212140928" sldId="279"/>
            <ac:spMk id="43" creationId="{51613421-44EB-4EA7-89AE-D8972D473414}"/>
          </ac:spMkLst>
        </pc:spChg>
        <pc:spChg chg="del">
          <ac:chgData name="SARVESH GHADGE" userId="4698c0d87b14b953" providerId="LiveId" clId="{3FC528BE-8C68-4671-8E5C-F1CDBFA6FFC7}" dt="2025-07-31T03:53:51.834" v="713" actId="478"/>
          <ac:spMkLst>
            <pc:docMk/>
            <pc:sldMk cId="1212140928" sldId="279"/>
            <ac:spMk id="44" creationId="{71E47AC8-8358-4724-91F8-0D1B21FC5F47}"/>
          </ac:spMkLst>
        </pc:spChg>
        <pc:spChg chg="del">
          <ac:chgData name="SARVESH GHADGE" userId="4698c0d87b14b953" providerId="LiveId" clId="{3FC528BE-8C68-4671-8E5C-F1CDBFA6FFC7}" dt="2025-07-31T03:53:51.834" v="713" actId="478"/>
          <ac:spMkLst>
            <pc:docMk/>
            <pc:sldMk cId="1212140928" sldId="279"/>
            <ac:spMk id="45" creationId="{69F7E025-DDEC-4748-AAE9-9FA2A4BF1E49}"/>
          </ac:spMkLst>
        </pc:spChg>
        <pc:spChg chg="del">
          <ac:chgData name="SARVESH GHADGE" userId="4698c0d87b14b953" providerId="LiveId" clId="{3FC528BE-8C68-4671-8E5C-F1CDBFA6FFC7}" dt="2025-07-31T03:53:51.834" v="713" actId="478"/>
          <ac:spMkLst>
            <pc:docMk/>
            <pc:sldMk cId="1212140928" sldId="279"/>
            <ac:spMk id="46" creationId="{84176128-6116-4C3C-9CC3-394E6E116762}"/>
          </ac:spMkLst>
        </pc:spChg>
        <pc:spChg chg="del">
          <ac:chgData name="SARVESH GHADGE" userId="4698c0d87b14b953" providerId="LiveId" clId="{3FC528BE-8C68-4671-8E5C-F1CDBFA6FFC7}" dt="2025-07-31T03:53:51.834" v="713" actId="478"/>
          <ac:spMkLst>
            <pc:docMk/>
            <pc:sldMk cId="1212140928" sldId="279"/>
            <ac:spMk id="47" creationId="{839BCDE9-6CF8-45EE-BFA1-6E32ED5C240E}"/>
          </ac:spMkLst>
        </pc:spChg>
        <pc:spChg chg="del">
          <ac:chgData name="SARVESH GHADGE" userId="4698c0d87b14b953" providerId="LiveId" clId="{3FC528BE-8C68-4671-8E5C-F1CDBFA6FFC7}" dt="2025-07-31T03:53:51.834" v="713" actId="478"/>
          <ac:spMkLst>
            <pc:docMk/>
            <pc:sldMk cId="1212140928" sldId="279"/>
            <ac:spMk id="49" creationId="{7FA68D61-8BDC-4C14-9F0D-CF0C946CD30A}"/>
          </ac:spMkLst>
        </pc:spChg>
        <pc:spChg chg="del">
          <ac:chgData name="SARVESH GHADGE" userId="4698c0d87b14b953" providerId="LiveId" clId="{3FC528BE-8C68-4671-8E5C-F1CDBFA6FFC7}" dt="2025-07-31T03:53:51.834" v="713" actId="478"/>
          <ac:spMkLst>
            <pc:docMk/>
            <pc:sldMk cId="1212140928" sldId="279"/>
            <ac:spMk id="50" creationId="{B164A1DA-19AA-4A0C-9ED2-92A9346B807A}"/>
          </ac:spMkLst>
        </pc:spChg>
        <pc:spChg chg="del">
          <ac:chgData name="SARVESH GHADGE" userId="4698c0d87b14b953" providerId="LiveId" clId="{3FC528BE-8C68-4671-8E5C-F1CDBFA6FFC7}" dt="2025-07-31T03:53:51.834" v="713" actId="478"/>
          <ac:spMkLst>
            <pc:docMk/>
            <pc:sldMk cId="1212140928" sldId="279"/>
            <ac:spMk id="51" creationId="{FA4B18CA-09B5-4584-8D25-60B58EF68413}"/>
          </ac:spMkLst>
        </pc:spChg>
        <pc:picChg chg="add del mod ord">
          <ac:chgData name="SARVESH GHADGE" userId="4698c0d87b14b953" providerId="LiveId" clId="{3FC528BE-8C68-4671-8E5C-F1CDBFA6FFC7}" dt="2025-07-31T03:58:26.659" v="744" actId="21"/>
          <ac:picMkLst>
            <pc:docMk/>
            <pc:sldMk cId="1212140928" sldId="279"/>
            <ac:picMk id="10" creationId="{DF462BC5-EED4-B923-4CEF-2E4F725E6DD1}"/>
          </ac:picMkLst>
        </pc:picChg>
        <pc:picChg chg="add del mod">
          <ac:chgData name="SARVESH GHADGE" userId="4698c0d87b14b953" providerId="LiveId" clId="{3FC528BE-8C68-4671-8E5C-F1CDBFA6FFC7}" dt="2025-07-31T04:00:30.156" v="763" actId="21"/>
          <ac:picMkLst>
            <pc:docMk/>
            <pc:sldMk cId="1212140928" sldId="279"/>
            <ac:picMk id="13" creationId="{A4F03878-64E5-91CC-7672-3CFCA8CBDEC2}"/>
          </ac:picMkLst>
        </pc:picChg>
        <pc:picChg chg="add mod">
          <ac:chgData name="SARVESH GHADGE" userId="4698c0d87b14b953" providerId="LiveId" clId="{3FC528BE-8C68-4671-8E5C-F1CDBFA6FFC7}" dt="2025-07-31T03:59:57.762" v="757" actId="1076"/>
          <ac:picMkLst>
            <pc:docMk/>
            <pc:sldMk cId="1212140928" sldId="279"/>
            <ac:picMk id="19" creationId="{DF462BC5-EED4-B923-4CEF-2E4F725E6DD1}"/>
          </ac:picMkLst>
        </pc:picChg>
        <pc:picChg chg="add mod">
          <ac:chgData name="SARVESH GHADGE" userId="4698c0d87b14b953" providerId="LiveId" clId="{3FC528BE-8C68-4671-8E5C-F1CDBFA6FFC7}" dt="2025-07-31T04:07:16.906" v="827" actId="1076"/>
          <ac:picMkLst>
            <pc:docMk/>
            <pc:sldMk cId="1212140928" sldId="279"/>
            <ac:picMk id="21" creationId="{A4F03878-64E5-91CC-7672-3CFCA8CBDEC2}"/>
          </ac:picMkLst>
        </pc:picChg>
        <pc:picChg chg="add del mod ord">
          <ac:chgData name="SARVESH GHADGE" userId="4698c0d87b14b953" providerId="LiveId" clId="{3FC528BE-8C68-4671-8E5C-F1CDBFA6FFC7}" dt="2025-07-31T04:03:05.449" v="787" actId="21"/>
          <ac:picMkLst>
            <pc:docMk/>
            <pc:sldMk cId="1212140928" sldId="279"/>
            <ac:picMk id="25" creationId="{424D0ECD-4F9F-E908-1A53-524B85756B5E}"/>
          </ac:picMkLst>
        </pc:picChg>
        <pc:picChg chg="add del mod">
          <ac:chgData name="SARVESH GHADGE" userId="4698c0d87b14b953" providerId="LiveId" clId="{3FC528BE-8C68-4671-8E5C-F1CDBFA6FFC7}" dt="2025-07-31T04:04:53.853" v="802" actId="21"/>
          <ac:picMkLst>
            <pc:docMk/>
            <pc:sldMk cId="1212140928" sldId="279"/>
            <ac:picMk id="27" creationId="{37AE328B-3725-D045-393A-9DAEA0718EF0}"/>
          </ac:picMkLst>
        </pc:picChg>
        <pc:picChg chg="add mod">
          <ac:chgData name="SARVESH GHADGE" userId="4698c0d87b14b953" providerId="LiveId" clId="{3FC528BE-8C68-4671-8E5C-F1CDBFA6FFC7}" dt="2025-07-31T04:06:36.383" v="819" actId="1076"/>
          <ac:picMkLst>
            <pc:docMk/>
            <pc:sldMk cId="1212140928" sldId="279"/>
            <ac:picMk id="31" creationId="{424D0ECD-4F9F-E908-1A53-524B85756B5E}"/>
          </ac:picMkLst>
        </pc:picChg>
        <pc:picChg chg="add mod">
          <ac:chgData name="SARVESH GHADGE" userId="4698c0d87b14b953" providerId="LiveId" clId="{3FC528BE-8C68-4671-8E5C-F1CDBFA6FFC7}" dt="2025-07-31T04:06:56.650" v="823" actId="1076"/>
          <ac:picMkLst>
            <pc:docMk/>
            <pc:sldMk cId="1212140928" sldId="279"/>
            <ac:picMk id="33" creationId="{37AE328B-3725-D045-393A-9DAEA0718EF0}"/>
          </ac:picMkLst>
        </pc:picChg>
      </pc:sldChg>
      <pc:sldChg chg="addSp delSp modSp mod">
        <pc:chgData name="SARVESH GHADGE" userId="4698c0d87b14b953" providerId="LiveId" clId="{3FC528BE-8C68-4671-8E5C-F1CDBFA6FFC7}" dt="2025-07-31T04:13:25.296" v="873" actId="1076"/>
        <pc:sldMkLst>
          <pc:docMk/>
          <pc:sldMk cId="3887579892" sldId="280"/>
        </pc:sldMkLst>
        <pc:spChg chg="add mod">
          <ac:chgData name="SARVESH GHADGE" userId="4698c0d87b14b953" providerId="LiveId" clId="{3FC528BE-8C68-4671-8E5C-F1CDBFA6FFC7}" dt="2025-07-31T04:11:12.383" v="857" actId="14100"/>
          <ac:spMkLst>
            <pc:docMk/>
            <pc:sldMk cId="3887579892" sldId="280"/>
            <ac:spMk id="2" creationId="{A2C003AB-D292-CA43-342D-EB51B48B5C5C}"/>
          </ac:spMkLst>
        </pc:spChg>
        <pc:spChg chg="del">
          <ac:chgData name="SARVESH GHADGE" userId="4698c0d87b14b953" providerId="LiveId" clId="{3FC528BE-8C68-4671-8E5C-F1CDBFA6FFC7}" dt="2025-07-31T04:08:26.645" v="833" actId="478"/>
          <ac:spMkLst>
            <pc:docMk/>
            <pc:sldMk cId="3887579892" sldId="280"/>
            <ac:spMk id="3" creationId="{8DC8DEBA-4D8D-4704-A04E-32A1E0BF41F4}"/>
          </ac:spMkLst>
        </pc:spChg>
        <pc:spChg chg="add mod">
          <ac:chgData name="SARVESH GHADGE" userId="4698c0d87b14b953" providerId="LiveId" clId="{3FC528BE-8C68-4671-8E5C-F1CDBFA6FFC7}" dt="2025-07-31T04:09:28.794" v="840" actId="14100"/>
          <ac:spMkLst>
            <pc:docMk/>
            <pc:sldMk cId="3887579892" sldId="280"/>
            <ac:spMk id="4" creationId="{BFE4D01A-A9F3-07E9-E18D-DFDDDB872DDB}"/>
          </ac:spMkLst>
        </pc:spChg>
        <pc:spChg chg="add mod">
          <ac:chgData name="SARVESH GHADGE" userId="4698c0d87b14b953" providerId="LiveId" clId="{3FC528BE-8C68-4671-8E5C-F1CDBFA6FFC7}" dt="2025-07-31T04:10:59.501" v="856" actId="14100"/>
          <ac:spMkLst>
            <pc:docMk/>
            <pc:sldMk cId="3887579892" sldId="280"/>
            <ac:spMk id="12" creationId="{835E88AA-EB76-D425-D216-BF840D25A93F}"/>
          </ac:spMkLst>
        </pc:spChg>
        <pc:spChg chg="add mod">
          <ac:chgData name="SARVESH GHADGE" userId="4698c0d87b14b953" providerId="LiveId" clId="{3FC528BE-8C68-4671-8E5C-F1CDBFA6FFC7}" dt="2025-07-31T04:12:14.922" v="864" actId="1076"/>
          <ac:spMkLst>
            <pc:docMk/>
            <pc:sldMk cId="3887579892" sldId="280"/>
            <ac:spMk id="17" creationId="{378D11DD-C3F9-E6DF-A7C9-D6A2A4B02B5A}"/>
          </ac:spMkLst>
        </pc:spChg>
        <pc:spChg chg="add mod">
          <ac:chgData name="SARVESH GHADGE" userId="4698c0d87b14b953" providerId="LiveId" clId="{3FC528BE-8C68-4671-8E5C-F1CDBFA6FFC7}" dt="2025-07-31T04:13:16.787" v="871" actId="1076"/>
          <ac:spMkLst>
            <pc:docMk/>
            <pc:sldMk cId="3887579892" sldId="280"/>
            <ac:spMk id="20" creationId="{7F8CCD1A-8D5F-8943-8B2D-B02390343618}"/>
          </ac:spMkLst>
        </pc:spChg>
        <pc:spChg chg="add mod">
          <ac:chgData name="SARVESH GHADGE" userId="4698c0d87b14b953" providerId="LiveId" clId="{3FC528BE-8C68-4671-8E5C-F1CDBFA6FFC7}" dt="2025-07-31T04:13:25.296" v="873" actId="1076"/>
          <ac:spMkLst>
            <pc:docMk/>
            <pc:sldMk cId="3887579892" sldId="280"/>
            <ac:spMk id="21" creationId="{116B2FD6-8B36-0372-ED09-75FD1A6CF42A}"/>
          </ac:spMkLst>
        </pc:spChg>
        <pc:spChg chg="del">
          <ac:chgData name="SARVESH GHADGE" userId="4698c0d87b14b953" providerId="LiveId" clId="{3FC528BE-8C68-4671-8E5C-F1CDBFA6FFC7}" dt="2025-07-31T04:08:26.645" v="833" actId="478"/>
          <ac:spMkLst>
            <pc:docMk/>
            <pc:sldMk cId="3887579892" sldId="280"/>
            <ac:spMk id="23" creationId="{59423939-1DC9-4306-AA5D-6C0111336356}"/>
          </ac:spMkLst>
        </pc:spChg>
        <pc:spChg chg="del">
          <ac:chgData name="SARVESH GHADGE" userId="4698c0d87b14b953" providerId="LiveId" clId="{3FC528BE-8C68-4671-8E5C-F1CDBFA6FFC7}" dt="2025-07-31T04:08:26.645" v="833" actId="478"/>
          <ac:spMkLst>
            <pc:docMk/>
            <pc:sldMk cId="3887579892" sldId="280"/>
            <ac:spMk id="24" creationId="{A838DD0B-E018-44D0-A4C0-13DF2FD0288D}"/>
          </ac:spMkLst>
        </pc:spChg>
        <pc:spChg chg="del">
          <ac:chgData name="SARVESH GHADGE" userId="4698c0d87b14b953" providerId="LiveId" clId="{3FC528BE-8C68-4671-8E5C-F1CDBFA6FFC7}" dt="2025-07-31T04:08:26.645" v="833" actId="478"/>
          <ac:spMkLst>
            <pc:docMk/>
            <pc:sldMk cId="3887579892" sldId="280"/>
            <ac:spMk id="25" creationId="{B5265A05-9A0F-4DEC-9382-F51EEE742251}"/>
          </ac:spMkLst>
        </pc:spChg>
        <pc:spChg chg="del">
          <ac:chgData name="SARVESH GHADGE" userId="4698c0d87b14b953" providerId="LiveId" clId="{3FC528BE-8C68-4671-8E5C-F1CDBFA6FFC7}" dt="2025-07-31T04:08:26.645" v="833" actId="478"/>
          <ac:spMkLst>
            <pc:docMk/>
            <pc:sldMk cId="3887579892" sldId="280"/>
            <ac:spMk id="29" creationId="{8770E695-5D11-488D-931B-4C4259EC25FF}"/>
          </ac:spMkLst>
        </pc:spChg>
        <pc:spChg chg="del">
          <ac:chgData name="SARVESH GHADGE" userId="4698c0d87b14b953" providerId="LiveId" clId="{3FC528BE-8C68-4671-8E5C-F1CDBFA6FFC7}" dt="2025-07-31T04:08:26.645" v="833" actId="478"/>
          <ac:spMkLst>
            <pc:docMk/>
            <pc:sldMk cId="3887579892" sldId="280"/>
            <ac:spMk id="32" creationId="{16FB0785-0013-474B-B959-F2CC8F4C0C1E}"/>
          </ac:spMkLst>
        </pc:spChg>
        <pc:spChg chg="del">
          <ac:chgData name="SARVESH GHADGE" userId="4698c0d87b14b953" providerId="LiveId" clId="{3FC528BE-8C68-4671-8E5C-F1CDBFA6FFC7}" dt="2025-07-31T04:08:26.645" v="833" actId="478"/>
          <ac:spMkLst>
            <pc:docMk/>
            <pc:sldMk cId="3887579892" sldId="280"/>
            <ac:spMk id="33" creationId="{913AB221-FD8D-4664-9B4C-AE1B1660ECAA}"/>
          </ac:spMkLst>
        </pc:spChg>
        <pc:spChg chg="del">
          <ac:chgData name="SARVESH GHADGE" userId="4698c0d87b14b953" providerId="LiveId" clId="{3FC528BE-8C68-4671-8E5C-F1CDBFA6FFC7}" dt="2025-07-31T04:08:26.645" v="833" actId="478"/>
          <ac:spMkLst>
            <pc:docMk/>
            <pc:sldMk cId="3887579892" sldId="280"/>
            <ac:spMk id="35" creationId="{857F5370-BF8E-406B-BEAE-B1224615626A}"/>
          </ac:spMkLst>
        </pc:spChg>
        <pc:spChg chg="del">
          <ac:chgData name="SARVESH GHADGE" userId="4698c0d87b14b953" providerId="LiveId" clId="{3FC528BE-8C68-4671-8E5C-F1CDBFA6FFC7}" dt="2025-07-31T04:08:26.645" v="833" actId="478"/>
          <ac:spMkLst>
            <pc:docMk/>
            <pc:sldMk cId="3887579892" sldId="280"/>
            <ac:spMk id="70" creationId="{1A4AFC64-5C16-40F4-BDFA-E62EE3AAEA23}"/>
          </ac:spMkLst>
        </pc:spChg>
        <pc:spChg chg="del">
          <ac:chgData name="SARVESH GHADGE" userId="4698c0d87b14b953" providerId="LiveId" clId="{3FC528BE-8C68-4671-8E5C-F1CDBFA6FFC7}" dt="2025-07-31T04:08:26.645" v="833" actId="478"/>
          <ac:spMkLst>
            <pc:docMk/>
            <pc:sldMk cId="3887579892" sldId="280"/>
            <ac:spMk id="72" creationId="{EC8E95A8-22FE-44FA-B5A6-2AA2D47A5BB3}"/>
          </ac:spMkLst>
        </pc:spChg>
        <pc:picChg chg="add mod">
          <ac:chgData name="SARVESH GHADGE" userId="4698c0d87b14b953" providerId="LiveId" clId="{3FC528BE-8C68-4671-8E5C-F1CDBFA6FFC7}" dt="2025-07-31T04:09:41.511" v="843" actId="1076"/>
          <ac:picMkLst>
            <pc:docMk/>
            <pc:sldMk cId="3887579892" sldId="280"/>
            <ac:picMk id="6" creationId="{82EF1834-9BE1-E471-F8F9-2F54D674FC00}"/>
          </ac:picMkLst>
        </pc:picChg>
        <pc:picChg chg="add del mod">
          <ac:chgData name="SARVESH GHADGE" userId="4698c0d87b14b953" providerId="LiveId" clId="{3FC528BE-8C68-4671-8E5C-F1CDBFA6FFC7}" dt="2025-07-31T04:10:42.403" v="852" actId="21"/>
          <ac:picMkLst>
            <pc:docMk/>
            <pc:sldMk cId="3887579892" sldId="280"/>
            <ac:picMk id="10" creationId="{171881F8-4EF4-FA3D-63C6-F0FF90AD5008}"/>
          </ac:picMkLst>
        </pc:picChg>
        <pc:picChg chg="add mod">
          <ac:chgData name="SARVESH GHADGE" userId="4698c0d87b14b953" providerId="LiveId" clId="{3FC528BE-8C68-4671-8E5C-F1CDBFA6FFC7}" dt="2025-07-31T04:10:54.114" v="855" actId="14100"/>
          <ac:picMkLst>
            <pc:docMk/>
            <pc:sldMk cId="3887579892" sldId="280"/>
            <ac:picMk id="13" creationId="{171881F8-4EF4-FA3D-63C6-F0FF90AD5008}"/>
          </ac:picMkLst>
        </pc:picChg>
        <pc:picChg chg="add mod">
          <ac:chgData name="SARVESH GHADGE" userId="4698c0d87b14b953" providerId="LiveId" clId="{3FC528BE-8C68-4671-8E5C-F1CDBFA6FFC7}" dt="2025-07-31T04:12:01.493" v="862" actId="14100"/>
          <ac:picMkLst>
            <pc:docMk/>
            <pc:sldMk cId="3887579892" sldId="280"/>
            <ac:picMk id="16" creationId="{DA820850-E9F6-A952-60EE-3FE885296676}"/>
          </ac:picMkLst>
        </pc:picChg>
        <pc:picChg chg="add mod">
          <ac:chgData name="SARVESH GHADGE" userId="4698c0d87b14b953" providerId="LiveId" clId="{3FC528BE-8C68-4671-8E5C-F1CDBFA6FFC7}" dt="2025-07-31T04:12:51.522" v="869" actId="14100"/>
          <ac:picMkLst>
            <pc:docMk/>
            <pc:sldMk cId="3887579892" sldId="280"/>
            <ac:picMk id="19" creationId="{F0851F62-DB21-ED70-28E7-9D677EABE28E}"/>
          </ac:picMkLst>
        </pc:picChg>
      </pc:sldChg>
      <pc:sldChg chg="addSp delSp modSp mod">
        <pc:chgData name="SARVESH GHADGE" userId="4698c0d87b14b953" providerId="LiveId" clId="{3FC528BE-8C68-4671-8E5C-F1CDBFA6FFC7}" dt="2025-07-31T04:20:38.294" v="947" actId="14100"/>
        <pc:sldMkLst>
          <pc:docMk/>
          <pc:sldMk cId="875445271" sldId="281"/>
        </pc:sldMkLst>
        <pc:spChg chg="add mod">
          <ac:chgData name="SARVESH GHADGE" userId="4698c0d87b14b953" providerId="LiveId" clId="{3FC528BE-8C68-4671-8E5C-F1CDBFA6FFC7}" dt="2025-07-31T04:14:45.620" v="885" actId="20577"/>
          <ac:spMkLst>
            <pc:docMk/>
            <pc:sldMk cId="875445271" sldId="281"/>
            <ac:spMk id="2" creationId="{A32B99E0-1C7D-5B99-EF29-FCEAB498AD49}"/>
          </ac:spMkLst>
        </pc:spChg>
        <pc:spChg chg="add mod">
          <ac:chgData name="SARVESH GHADGE" userId="4698c0d87b14b953" providerId="LiveId" clId="{3FC528BE-8C68-4671-8E5C-F1CDBFA6FFC7}" dt="2025-07-31T04:20:38.294" v="947" actId="14100"/>
          <ac:spMkLst>
            <pc:docMk/>
            <pc:sldMk cId="875445271" sldId="281"/>
            <ac:spMk id="3" creationId="{2CB5E76F-B8F5-1E90-9B80-E3A2D47578FF}"/>
          </ac:spMkLst>
        </pc:spChg>
        <pc:spChg chg="add mod">
          <ac:chgData name="SARVESH GHADGE" userId="4698c0d87b14b953" providerId="LiveId" clId="{3FC528BE-8C68-4671-8E5C-F1CDBFA6FFC7}" dt="2025-07-31T04:19:25.583" v="938" actId="1076"/>
          <ac:spMkLst>
            <pc:docMk/>
            <pc:sldMk cId="875445271" sldId="281"/>
            <ac:spMk id="5" creationId="{F43C4946-3E92-06C2-EAE7-52439D0DA019}"/>
          </ac:spMkLst>
        </pc:spChg>
        <pc:spChg chg="del">
          <ac:chgData name="SARVESH GHADGE" userId="4698c0d87b14b953" providerId="LiveId" clId="{3FC528BE-8C68-4671-8E5C-F1CDBFA6FFC7}" dt="2025-07-31T04:14:13.011" v="874" actId="478"/>
          <ac:spMkLst>
            <pc:docMk/>
            <pc:sldMk cId="875445271" sldId="281"/>
            <ac:spMk id="6" creationId="{8C0551EA-9F3C-4E6B-8292-6C64ABE1C797}"/>
          </ac:spMkLst>
        </pc:spChg>
        <pc:spChg chg="add mod">
          <ac:chgData name="SARVESH GHADGE" userId="4698c0d87b14b953" providerId="LiveId" clId="{3FC528BE-8C68-4671-8E5C-F1CDBFA6FFC7}" dt="2025-07-31T04:20:15.684" v="946" actId="14100"/>
          <ac:spMkLst>
            <pc:docMk/>
            <pc:sldMk cId="875445271" sldId="281"/>
            <ac:spMk id="9" creationId="{0D5F48B1-7843-E207-5E47-60E6CB9B8A2A}"/>
          </ac:spMkLst>
        </pc:spChg>
        <pc:spChg chg="add mod">
          <ac:chgData name="SARVESH GHADGE" userId="4698c0d87b14b953" providerId="LiveId" clId="{3FC528BE-8C68-4671-8E5C-F1CDBFA6FFC7}" dt="2025-07-31T04:19:03.600" v="932" actId="1076"/>
          <ac:spMkLst>
            <pc:docMk/>
            <pc:sldMk cId="875445271" sldId="281"/>
            <ac:spMk id="10" creationId="{2ABDE618-347A-9057-853D-A478786531C1}"/>
          </ac:spMkLst>
        </pc:spChg>
        <pc:spChg chg="add mod">
          <ac:chgData name="SARVESH GHADGE" userId="4698c0d87b14b953" providerId="LiveId" clId="{3FC528BE-8C68-4671-8E5C-F1CDBFA6FFC7}" dt="2025-07-31T04:19:48.025" v="940" actId="1076"/>
          <ac:spMkLst>
            <pc:docMk/>
            <pc:sldMk cId="875445271" sldId="281"/>
            <ac:spMk id="21" creationId="{569BCDAC-0727-B801-2982-ED365BD64D9A}"/>
          </ac:spMkLst>
        </pc:spChg>
        <pc:spChg chg="add mod">
          <ac:chgData name="SARVESH GHADGE" userId="4698c0d87b14b953" providerId="LiveId" clId="{3FC528BE-8C68-4671-8E5C-F1CDBFA6FFC7}" dt="2025-07-31T04:20:03.323" v="944" actId="1076"/>
          <ac:spMkLst>
            <pc:docMk/>
            <pc:sldMk cId="875445271" sldId="281"/>
            <ac:spMk id="22" creationId="{295FF606-17EA-319C-6620-C036B68C4917}"/>
          </ac:spMkLst>
        </pc:spChg>
        <pc:spChg chg="del">
          <ac:chgData name="SARVESH GHADGE" userId="4698c0d87b14b953" providerId="LiveId" clId="{3FC528BE-8C68-4671-8E5C-F1CDBFA6FFC7}" dt="2025-07-31T04:14:13.011" v="874" actId="478"/>
          <ac:spMkLst>
            <pc:docMk/>
            <pc:sldMk cId="875445271" sldId="281"/>
            <ac:spMk id="133" creationId="{C1376BF3-C8B4-42C0-BF77-D3FADEB8D226}"/>
          </ac:spMkLst>
        </pc:spChg>
        <pc:spChg chg="del">
          <ac:chgData name="SARVESH GHADGE" userId="4698c0d87b14b953" providerId="LiveId" clId="{3FC528BE-8C68-4671-8E5C-F1CDBFA6FFC7}" dt="2025-07-31T04:14:13.011" v="874" actId="478"/>
          <ac:spMkLst>
            <pc:docMk/>
            <pc:sldMk cId="875445271" sldId="281"/>
            <ac:spMk id="136" creationId="{406A6BB3-00DC-4CF5-AC64-82CF18B48C9C}"/>
          </ac:spMkLst>
        </pc:spChg>
        <pc:spChg chg="del">
          <ac:chgData name="SARVESH GHADGE" userId="4698c0d87b14b953" providerId="LiveId" clId="{3FC528BE-8C68-4671-8E5C-F1CDBFA6FFC7}" dt="2025-07-31T04:14:13.011" v="874" actId="478"/>
          <ac:spMkLst>
            <pc:docMk/>
            <pc:sldMk cId="875445271" sldId="281"/>
            <ac:spMk id="138" creationId="{4C5127E9-68E5-46FA-8C57-25FDF54CF7BC}"/>
          </ac:spMkLst>
        </pc:spChg>
        <pc:spChg chg="del">
          <ac:chgData name="SARVESH GHADGE" userId="4698c0d87b14b953" providerId="LiveId" clId="{3FC528BE-8C68-4671-8E5C-F1CDBFA6FFC7}" dt="2025-07-31T04:14:13.011" v="874" actId="478"/>
          <ac:spMkLst>
            <pc:docMk/>
            <pc:sldMk cId="875445271" sldId="281"/>
            <ac:spMk id="139" creationId="{2359F2CA-3777-4AA1-A96A-2B49185A93F8}"/>
          </ac:spMkLst>
        </pc:spChg>
        <pc:spChg chg="del">
          <ac:chgData name="SARVESH GHADGE" userId="4698c0d87b14b953" providerId="LiveId" clId="{3FC528BE-8C68-4671-8E5C-F1CDBFA6FFC7}" dt="2025-07-31T04:14:13.011" v="874" actId="478"/>
          <ac:spMkLst>
            <pc:docMk/>
            <pc:sldMk cId="875445271" sldId="281"/>
            <ac:spMk id="143" creationId="{9506A8E7-40C8-4CB3-909D-6D1FBA2D8F3D}"/>
          </ac:spMkLst>
        </pc:spChg>
        <pc:spChg chg="del">
          <ac:chgData name="SARVESH GHADGE" userId="4698c0d87b14b953" providerId="LiveId" clId="{3FC528BE-8C68-4671-8E5C-F1CDBFA6FFC7}" dt="2025-07-31T04:14:13.011" v="874" actId="478"/>
          <ac:spMkLst>
            <pc:docMk/>
            <pc:sldMk cId="875445271" sldId="281"/>
            <ac:spMk id="145" creationId="{8ACB7BFA-2B1C-41FA-A91F-C2A74141E269}"/>
          </ac:spMkLst>
        </pc:spChg>
        <pc:spChg chg="del">
          <ac:chgData name="SARVESH GHADGE" userId="4698c0d87b14b953" providerId="LiveId" clId="{3FC528BE-8C68-4671-8E5C-F1CDBFA6FFC7}" dt="2025-07-31T04:14:13.011" v="874" actId="478"/>
          <ac:spMkLst>
            <pc:docMk/>
            <pc:sldMk cId="875445271" sldId="281"/>
            <ac:spMk id="146" creationId="{DC0F6511-C5AE-49E3-92DC-7B6FA6B2208D}"/>
          </ac:spMkLst>
        </pc:spChg>
        <pc:spChg chg="del">
          <ac:chgData name="SARVESH GHADGE" userId="4698c0d87b14b953" providerId="LiveId" clId="{3FC528BE-8C68-4671-8E5C-F1CDBFA6FFC7}" dt="2025-07-31T04:14:13.011" v="874" actId="478"/>
          <ac:spMkLst>
            <pc:docMk/>
            <pc:sldMk cId="875445271" sldId="281"/>
            <ac:spMk id="148" creationId="{2809A67D-EE6E-45D1-AA73-B11A0B4F2508}"/>
          </ac:spMkLst>
        </pc:spChg>
        <pc:spChg chg="del">
          <ac:chgData name="SARVESH GHADGE" userId="4698c0d87b14b953" providerId="LiveId" clId="{3FC528BE-8C68-4671-8E5C-F1CDBFA6FFC7}" dt="2025-07-31T04:14:13.011" v="874" actId="478"/>
          <ac:spMkLst>
            <pc:docMk/>
            <pc:sldMk cId="875445271" sldId="281"/>
            <ac:spMk id="150" creationId="{82D6D7C7-ED2D-4325-93B0-EE2B9C2B2CF7}"/>
          </ac:spMkLst>
        </pc:spChg>
        <pc:picChg chg="add mod">
          <ac:chgData name="SARVESH GHADGE" userId="4698c0d87b14b953" providerId="LiveId" clId="{3FC528BE-8C68-4671-8E5C-F1CDBFA6FFC7}" dt="2025-07-31T04:19:14.118" v="935" actId="1076"/>
          <ac:picMkLst>
            <pc:docMk/>
            <pc:sldMk cId="875445271" sldId="281"/>
            <ac:picMk id="13" creationId="{C8148066-2701-C527-F7D4-B61805CB27A1}"/>
          </ac:picMkLst>
        </pc:picChg>
        <pc:picChg chg="add mod">
          <ac:chgData name="SARVESH GHADGE" userId="4698c0d87b14b953" providerId="LiveId" clId="{3FC528BE-8C68-4671-8E5C-F1CDBFA6FFC7}" dt="2025-07-31T04:18:20.473" v="919" actId="14100"/>
          <ac:picMkLst>
            <pc:docMk/>
            <pc:sldMk cId="875445271" sldId="281"/>
            <ac:picMk id="16" creationId="{EE341664-A234-03B3-31FC-1FD0FC5322DB}"/>
          </ac:picMkLst>
        </pc:picChg>
        <pc:picChg chg="add mod">
          <ac:chgData name="SARVESH GHADGE" userId="4698c0d87b14b953" providerId="LiveId" clId="{3FC528BE-8C68-4671-8E5C-F1CDBFA6FFC7}" dt="2025-07-31T04:19:06.506" v="933" actId="1076"/>
          <ac:picMkLst>
            <pc:docMk/>
            <pc:sldMk cId="875445271" sldId="281"/>
            <ac:picMk id="18" creationId="{BE676B14-6233-77C1-BFB7-7BE0BA3C96BE}"/>
          </ac:picMkLst>
        </pc:picChg>
        <pc:picChg chg="add mod">
          <ac:chgData name="SARVESH GHADGE" userId="4698c0d87b14b953" providerId="LiveId" clId="{3FC528BE-8C68-4671-8E5C-F1CDBFA6FFC7}" dt="2025-07-31T04:19:21.151" v="937" actId="1076"/>
          <ac:picMkLst>
            <pc:docMk/>
            <pc:sldMk cId="875445271" sldId="281"/>
            <ac:picMk id="20" creationId="{08501409-B36C-7E22-19D1-3AC195F56A88}"/>
          </ac:picMkLst>
        </pc:picChg>
      </pc:sldChg>
      <pc:sldChg chg="addSp delSp modSp mod">
        <pc:chgData name="SARVESH GHADGE" userId="4698c0d87b14b953" providerId="LiveId" clId="{3FC528BE-8C68-4671-8E5C-F1CDBFA6FFC7}" dt="2025-07-31T04:39:36.551" v="1107" actId="1076"/>
        <pc:sldMkLst>
          <pc:docMk/>
          <pc:sldMk cId="1061713674" sldId="282"/>
        </pc:sldMkLst>
        <pc:spChg chg="add mod">
          <ac:chgData name="SARVESH GHADGE" userId="4698c0d87b14b953" providerId="LiveId" clId="{3FC528BE-8C68-4671-8E5C-F1CDBFA6FFC7}" dt="2025-07-31T04:29:09.099" v="1013" actId="20577"/>
          <ac:spMkLst>
            <pc:docMk/>
            <pc:sldMk cId="1061713674" sldId="282"/>
            <ac:spMk id="2" creationId="{D6C8711A-E15B-B08E-11F2-22C7CE02A660}"/>
          </ac:spMkLst>
        </pc:spChg>
        <pc:spChg chg="add mod">
          <ac:chgData name="SARVESH GHADGE" userId="4698c0d87b14b953" providerId="LiveId" clId="{3FC528BE-8C68-4671-8E5C-F1CDBFA6FFC7}" dt="2025-07-31T04:29:20.030" v="1014"/>
          <ac:spMkLst>
            <pc:docMk/>
            <pc:sldMk cId="1061713674" sldId="282"/>
            <ac:spMk id="3" creationId="{90186054-BEF7-BC58-565D-2700288D571E}"/>
          </ac:spMkLst>
        </pc:spChg>
        <pc:spChg chg="add mod">
          <ac:chgData name="SARVESH GHADGE" userId="4698c0d87b14b953" providerId="LiveId" clId="{3FC528BE-8C68-4671-8E5C-F1CDBFA6FFC7}" dt="2025-07-31T04:33:15.782" v="1057" actId="1076"/>
          <ac:spMkLst>
            <pc:docMk/>
            <pc:sldMk cId="1061713674" sldId="282"/>
            <ac:spMk id="5" creationId="{07793D0C-F925-426A-BC79-C4D0DCFD1F33}"/>
          </ac:spMkLst>
        </pc:spChg>
        <pc:spChg chg="add mod">
          <ac:chgData name="SARVESH GHADGE" userId="4698c0d87b14b953" providerId="LiveId" clId="{3FC528BE-8C68-4671-8E5C-F1CDBFA6FFC7}" dt="2025-07-31T04:33:10.685" v="1055" actId="1076"/>
          <ac:spMkLst>
            <pc:docMk/>
            <pc:sldMk cId="1061713674" sldId="282"/>
            <ac:spMk id="6" creationId="{BAFE8587-7A0E-CFAA-EEA7-36A993F7C425}"/>
          </ac:spMkLst>
        </pc:spChg>
        <pc:spChg chg="add mod">
          <ac:chgData name="SARVESH GHADGE" userId="4698c0d87b14b953" providerId="LiveId" clId="{3FC528BE-8C68-4671-8E5C-F1CDBFA6FFC7}" dt="2025-07-31T04:33:24.279" v="1059" actId="1076"/>
          <ac:spMkLst>
            <pc:docMk/>
            <pc:sldMk cId="1061713674" sldId="282"/>
            <ac:spMk id="9" creationId="{CA869CE8-5575-E1CB-7B14-6CF9F999BB67}"/>
          </ac:spMkLst>
        </pc:spChg>
        <pc:spChg chg="del">
          <ac:chgData name="SARVESH GHADGE" userId="4698c0d87b14b953" providerId="LiveId" clId="{3FC528BE-8C68-4671-8E5C-F1CDBFA6FFC7}" dt="2025-07-31T04:28:15.042" v="999" actId="478"/>
          <ac:spMkLst>
            <pc:docMk/>
            <pc:sldMk cId="1061713674" sldId="282"/>
            <ac:spMk id="10" creationId="{1A997C66-4ED4-4017-9439-1D07ED31D783}"/>
          </ac:spMkLst>
        </pc:spChg>
        <pc:spChg chg="del">
          <ac:chgData name="SARVESH GHADGE" userId="4698c0d87b14b953" providerId="LiveId" clId="{3FC528BE-8C68-4671-8E5C-F1CDBFA6FFC7}" dt="2025-07-31T04:28:15.042" v="999" actId="478"/>
          <ac:spMkLst>
            <pc:docMk/>
            <pc:sldMk cId="1061713674" sldId="282"/>
            <ac:spMk id="11" creationId="{4E3F5479-058B-4FA8-92E9-18CAB8CDC5C5}"/>
          </ac:spMkLst>
        </pc:spChg>
        <pc:spChg chg="del">
          <ac:chgData name="SARVESH GHADGE" userId="4698c0d87b14b953" providerId="LiveId" clId="{3FC528BE-8C68-4671-8E5C-F1CDBFA6FFC7}" dt="2025-07-31T04:28:15.042" v="999" actId="478"/>
          <ac:spMkLst>
            <pc:docMk/>
            <pc:sldMk cId="1061713674" sldId="282"/>
            <ac:spMk id="12" creationId="{690C1A7A-78BB-48B4-B5CE-2B9C34E5E67B}"/>
          </ac:spMkLst>
        </pc:spChg>
        <pc:spChg chg="del">
          <ac:chgData name="SARVESH GHADGE" userId="4698c0d87b14b953" providerId="LiveId" clId="{3FC528BE-8C68-4671-8E5C-F1CDBFA6FFC7}" dt="2025-07-31T04:28:15.042" v="999" actId="478"/>
          <ac:spMkLst>
            <pc:docMk/>
            <pc:sldMk cId="1061713674" sldId="282"/>
            <ac:spMk id="13" creationId="{53CF038C-66AF-4E81-9068-703EC0088620}"/>
          </ac:spMkLst>
        </pc:spChg>
        <pc:spChg chg="del">
          <ac:chgData name="SARVESH GHADGE" userId="4698c0d87b14b953" providerId="LiveId" clId="{3FC528BE-8C68-4671-8E5C-F1CDBFA6FFC7}" dt="2025-07-31T04:28:15.042" v="999" actId="478"/>
          <ac:spMkLst>
            <pc:docMk/>
            <pc:sldMk cId="1061713674" sldId="282"/>
            <ac:spMk id="15" creationId="{D6E99607-03B7-41E5-AD6F-79DCFC17E713}"/>
          </ac:spMkLst>
        </pc:spChg>
        <pc:spChg chg="add mod">
          <ac:chgData name="SARVESH GHADGE" userId="4698c0d87b14b953" providerId="LiveId" clId="{3FC528BE-8C68-4671-8E5C-F1CDBFA6FFC7}" dt="2025-07-31T04:39:36.551" v="1107" actId="1076"/>
          <ac:spMkLst>
            <pc:docMk/>
            <pc:sldMk cId="1061713674" sldId="282"/>
            <ac:spMk id="34" creationId="{9D35D22A-F286-F37D-37E9-34BC290DFEAB}"/>
          </ac:spMkLst>
        </pc:spChg>
        <pc:spChg chg="add mod">
          <ac:chgData name="SARVESH GHADGE" userId="4698c0d87b14b953" providerId="LiveId" clId="{3FC528BE-8C68-4671-8E5C-F1CDBFA6FFC7}" dt="2025-07-31T04:39:32.543" v="1106" actId="1076"/>
          <ac:spMkLst>
            <pc:docMk/>
            <pc:sldMk cId="1061713674" sldId="282"/>
            <ac:spMk id="35" creationId="{5247E28D-8012-6C3F-E460-03275D9721D4}"/>
          </ac:spMkLst>
        </pc:spChg>
        <pc:grpChg chg="del">
          <ac:chgData name="SARVESH GHADGE" userId="4698c0d87b14b953" providerId="LiveId" clId="{3FC528BE-8C68-4671-8E5C-F1CDBFA6FFC7}" dt="2025-07-31T04:28:15.042" v="999" actId="478"/>
          <ac:grpSpMkLst>
            <pc:docMk/>
            <pc:sldMk cId="1061713674" sldId="282"/>
            <ac:grpSpMk id="16" creationId="{6071F41E-4B08-43F7-BBE7-4A555CA73C1B}"/>
          </ac:grpSpMkLst>
        </pc:grpChg>
        <pc:grpChg chg="del">
          <ac:chgData name="SARVESH GHADGE" userId="4698c0d87b14b953" providerId="LiveId" clId="{3FC528BE-8C68-4671-8E5C-F1CDBFA6FFC7}" dt="2025-07-31T04:28:15.042" v="999" actId="478"/>
          <ac:grpSpMkLst>
            <pc:docMk/>
            <pc:sldMk cId="1061713674" sldId="282"/>
            <ac:grpSpMk id="21" creationId="{411839F8-FB7F-4D1C-9734-BE03FFF894B2}"/>
          </ac:grpSpMkLst>
        </pc:grpChg>
        <pc:graphicFrameChg chg="del">
          <ac:chgData name="SARVESH GHADGE" userId="4698c0d87b14b953" providerId="LiveId" clId="{3FC528BE-8C68-4671-8E5C-F1CDBFA6FFC7}" dt="2025-07-31T04:28:15.042" v="999" actId="478"/>
          <ac:graphicFrameMkLst>
            <pc:docMk/>
            <pc:sldMk cId="1061713674" sldId="282"/>
            <ac:graphicFrameMk id="4" creationId="{8B833BE5-F2DA-4155-B25C-866FA190EFEA}"/>
          </ac:graphicFrameMkLst>
        </pc:graphicFrameChg>
        <pc:picChg chg="add mod">
          <ac:chgData name="SARVESH GHADGE" userId="4698c0d87b14b953" providerId="LiveId" clId="{3FC528BE-8C68-4671-8E5C-F1CDBFA6FFC7}" dt="2025-07-31T04:30:44.623" v="1022" actId="1076"/>
          <ac:picMkLst>
            <pc:docMk/>
            <pc:sldMk cId="1061713674" sldId="282"/>
            <ac:picMk id="27" creationId="{65E2FE38-43EE-79A3-B5B6-E5F32397ABFE}"/>
          </ac:picMkLst>
        </pc:picChg>
        <pc:picChg chg="add mod">
          <ac:chgData name="SARVESH GHADGE" userId="4698c0d87b14b953" providerId="LiveId" clId="{3FC528BE-8C68-4671-8E5C-F1CDBFA6FFC7}" dt="2025-07-31T04:33:19.105" v="1058" actId="1076"/>
          <ac:picMkLst>
            <pc:docMk/>
            <pc:sldMk cId="1061713674" sldId="282"/>
            <ac:picMk id="29" creationId="{E5296323-6418-CB5D-EFDF-D4693754B331}"/>
          </ac:picMkLst>
        </pc:picChg>
        <pc:picChg chg="add mod">
          <ac:chgData name="SARVESH GHADGE" userId="4698c0d87b14b953" providerId="LiveId" clId="{3FC528BE-8C68-4671-8E5C-F1CDBFA6FFC7}" dt="2025-07-31T04:33:38.769" v="1061" actId="1076"/>
          <ac:picMkLst>
            <pc:docMk/>
            <pc:sldMk cId="1061713674" sldId="282"/>
            <ac:picMk id="31" creationId="{329AA9BE-66E4-2DBE-09A8-85317171B0FB}"/>
          </ac:picMkLst>
        </pc:picChg>
        <pc:picChg chg="add mod">
          <ac:chgData name="SARVESH GHADGE" userId="4698c0d87b14b953" providerId="LiveId" clId="{3FC528BE-8C68-4671-8E5C-F1CDBFA6FFC7}" dt="2025-07-31T04:33:12.496" v="1056" actId="1076"/>
          <ac:picMkLst>
            <pc:docMk/>
            <pc:sldMk cId="1061713674" sldId="282"/>
            <ac:picMk id="33" creationId="{8C77BEAB-350E-D0AC-6D8F-57102A528725}"/>
          </ac:picMkLst>
        </pc:picChg>
        <pc:cxnChg chg="del">
          <ac:chgData name="SARVESH GHADGE" userId="4698c0d87b14b953" providerId="LiveId" clId="{3FC528BE-8C68-4671-8E5C-F1CDBFA6FFC7}" dt="2025-07-31T04:28:15.042" v="999" actId="478"/>
          <ac:cxnSpMkLst>
            <pc:docMk/>
            <pc:sldMk cId="1061713674" sldId="282"/>
            <ac:cxnSpMk id="8" creationId="{D0986099-F5F2-4E8B-BE17-81194861A00C}"/>
          </ac:cxnSpMkLst>
        </pc:cxnChg>
        <pc:cxnChg chg="del">
          <ac:chgData name="SARVESH GHADGE" userId="4698c0d87b14b953" providerId="LiveId" clId="{3FC528BE-8C68-4671-8E5C-F1CDBFA6FFC7}" dt="2025-07-31T04:28:15.042" v="999" actId="478"/>
          <ac:cxnSpMkLst>
            <pc:docMk/>
            <pc:sldMk cId="1061713674" sldId="282"/>
            <ac:cxnSpMk id="14" creationId="{83E690F4-843A-47A5-8620-4FB01C0D8E68}"/>
          </ac:cxnSpMkLst>
        </pc:cxnChg>
      </pc:sldChg>
      <pc:sldChg chg="addSp delSp modSp mod">
        <pc:chgData name="SARVESH GHADGE" userId="4698c0d87b14b953" providerId="LiveId" clId="{3FC528BE-8C68-4671-8E5C-F1CDBFA6FFC7}" dt="2025-07-31T04:25:55.943" v="998" actId="1076"/>
        <pc:sldMkLst>
          <pc:docMk/>
          <pc:sldMk cId="727364193" sldId="283"/>
        </pc:sldMkLst>
        <pc:spChg chg="del">
          <ac:chgData name="SARVESH GHADGE" userId="4698c0d87b14b953" providerId="LiveId" clId="{3FC528BE-8C68-4671-8E5C-F1CDBFA6FFC7}" dt="2025-07-31T04:20:57.211" v="948" actId="478"/>
          <ac:spMkLst>
            <pc:docMk/>
            <pc:sldMk cId="727364193" sldId="283"/>
            <ac:spMk id="2" creationId="{3C1CAF08-13B9-48BA-A271-8CE5B568A664}"/>
          </ac:spMkLst>
        </pc:spChg>
        <pc:spChg chg="add mod">
          <ac:chgData name="SARVESH GHADGE" userId="4698c0d87b14b953" providerId="LiveId" clId="{3FC528BE-8C68-4671-8E5C-F1CDBFA6FFC7}" dt="2025-07-31T04:23:36.530" v="977" actId="1076"/>
          <ac:spMkLst>
            <pc:docMk/>
            <pc:sldMk cId="727364193" sldId="283"/>
            <ac:spMk id="3" creationId="{BC2FB477-2B13-1816-AED6-DC81CDC0244B}"/>
          </ac:spMkLst>
        </pc:spChg>
        <pc:spChg chg="add mod">
          <ac:chgData name="SARVESH GHADGE" userId="4698c0d87b14b953" providerId="LiveId" clId="{3FC528BE-8C68-4671-8E5C-F1CDBFA6FFC7}" dt="2025-07-31T04:25:31.902" v="994" actId="14100"/>
          <ac:spMkLst>
            <pc:docMk/>
            <pc:sldMk cId="727364193" sldId="283"/>
            <ac:spMk id="4" creationId="{15C4A2D2-7635-63C4-F08E-330E6588E2AA}"/>
          </ac:spMkLst>
        </pc:spChg>
        <pc:spChg chg="add mod">
          <ac:chgData name="SARVESH GHADGE" userId="4698c0d87b14b953" providerId="LiveId" clId="{3FC528BE-8C68-4671-8E5C-F1CDBFA6FFC7}" dt="2025-07-31T04:23:22.730" v="974" actId="14100"/>
          <ac:spMkLst>
            <pc:docMk/>
            <pc:sldMk cId="727364193" sldId="283"/>
            <ac:spMk id="5" creationId="{BEBB995B-42A0-B274-0145-FA6AF1B114A0}"/>
          </ac:spMkLst>
        </pc:spChg>
        <pc:spChg chg="add mod">
          <ac:chgData name="SARVESH GHADGE" userId="4698c0d87b14b953" providerId="LiveId" clId="{3FC528BE-8C68-4671-8E5C-F1CDBFA6FFC7}" dt="2025-07-31T04:24:49.088" v="988" actId="14100"/>
          <ac:spMkLst>
            <pc:docMk/>
            <pc:sldMk cId="727364193" sldId="283"/>
            <ac:spMk id="6" creationId="{7CF76B62-CE5A-4B18-EC2A-5C0115823DD5}"/>
          </ac:spMkLst>
        </pc:spChg>
        <pc:spChg chg="add mod">
          <ac:chgData name="SARVESH GHADGE" userId="4698c0d87b14b953" providerId="LiveId" clId="{3FC528BE-8C68-4671-8E5C-F1CDBFA6FFC7}" dt="2025-07-31T04:25:55.943" v="998" actId="1076"/>
          <ac:spMkLst>
            <pc:docMk/>
            <pc:sldMk cId="727364193" sldId="283"/>
            <ac:spMk id="20" creationId="{3454E098-B85A-E0BE-428B-71141C0FFF46}"/>
          </ac:spMkLst>
        </pc:spChg>
        <pc:spChg chg="add mod">
          <ac:chgData name="SARVESH GHADGE" userId="4698c0d87b14b953" providerId="LiveId" clId="{3FC528BE-8C68-4671-8E5C-F1CDBFA6FFC7}" dt="2025-07-31T04:25:52.749" v="997" actId="1076"/>
          <ac:spMkLst>
            <pc:docMk/>
            <pc:sldMk cId="727364193" sldId="283"/>
            <ac:spMk id="21" creationId="{35D79AC2-76D8-0057-09FF-A2C98497B36E}"/>
          </ac:spMkLst>
        </pc:spChg>
        <pc:spChg chg="del">
          <ac:chgData name="SARVESH GHADGE" userId="4698c0d87b14b953" providerId="LiveId" clId="{3FC528BE-8C68-4671-8E5C-F1CDBFA6FFC7}" dt="2025-07-31T04:20:57.211" v="948" actId="478"/>
          <ac:spMkLst>
            <pc:docMk/>
            <pc:sldMk cId="727364193" sldId="283"/>
            <ac:spMk id="26" creationId="{D1B1E083-D07C-4934-9782-F7CCA3539ACF}"/>
          </ac:spMkLst>
        </pc:spChg>
        <pc:spChg chg="del">
          <ac:chgData name="SARVESH GHADGE" userId="4698c0d87b14b953" providerId="LiveId" clId="{3FC528BE-8C68-4671-8E5C-F1CDBFA6FFC7}" dt="2025-07-31T04:20:57.211" v="948" actId="478"/>
          <ac:spMkLst>
            <pc:docMk/>
            <pc:sldMk cId="727364193" sldId="283"/>
            <ac:spMk id="27" creationId="{EBD06280-71F4-4832-A31C-772537FAE929}"/>
          </ac:spMkLst>
        </pc:spChg>
        <pc:spChg chg="del">
          <ac:chgData name="SARVESH GHADGE" userId="4698c0d87b14b953" providerId="LiveId" clId="{3FC528BE-8C68-4671-8E5C-F1CDBFA6FFC7}" dt="2025-07-31T04:20:57.211" v="948" actId="478"/>
          <ac:spMkLst>
            <pc:docMk/>
            <pc:sldMk cId="727364193" sldId="283"/>
            <ac:spMk id="28" creationId="{C917D965-B5BB-41DC-BB5E-C27AF802DD50}"/>
          </ac:spMkLst>
        </pc:spChg>
        <pc:spChg chg="del">
          <ac:chgData name="SARVESH GHADGE" userId="4698c0d87b14b953" providerId="LiveId" clId="{3FC528BE-8C68-4671-8E5C-F1CDBFA6FFC7}" dt="2025-07-31T04:20:57.211" v="948" actId="478"/>
          <ac:spMkLst>
            <pc:docMk/>
            <pc:sldMk cId="727364193" sldId="283"/>
            <ac:spMk id="38" creationId="{5ECF613A-FCF5-4CC5-AA46-DABB088D7230}"/>
          </ac:spMkLst>
        </pc:spChg>
        <pc:spChg chg="del">
          <ac:chgData name="SARVESH GHADGE" userId="4698c0d87b14b953" providerId="LiveId" clId="{3FC528BE-8C68-4671-8E5C-F1CDBFA6FFC7}" dt="2025-07-31T04:20:57.211" v="948" actId="478"/>
          <ac:spMkLst>
            <pc:docMk/>
            <pc:sldMk cId="727364193" sldId="283"/>
            <ac:spMk id="40" creationId="{5842CE6B-862D-4B18-B10B-3436A7D24058}"/>
          </ac:spMkLst>
        </pc:spChg>
        <pc:spChg chg="del">
          <ac:chgData name="SARVESH GHADGE" userId="4698c0d87b14b953" providerId="LiveId" clId="{3FC528BE-8C68-4671-8E5C-F1CDBFA6FFC7}" dt="2025-07-31T04:20:57.211" v="948" actId="478"/>
          <ac:spMkLst>
            <pc:docMk/>
            <pc:sldMk cId="727364193" sldId="283"/>
            <ac:spMk id="41" creationId="{D130C0AE-B52E-4C65-A461-AD2F7D2362DE}"/>
          </ac:spMkLst>
        </pc:spChg>
        <pc:spChg chg="del">
          <ac:chgData name="SARVESH GHADGE" userId="4698c0d87b14b953" providerId="LiveId" clId="{3FC528BE-8C68-4671-8E5C-F1CDBFA6FFC7}" dt="2025-07-31T04:20:57.211" v="948" actId="478"/>
          <ac:spMkLst>
            <pc:docMk/>
            <pc:sldMk cId="727364193" sldId="283"/>
            <ac:spMk id="43" creationId="{6173DD7D-A9F5-4D7E-A942-64AE3F48B264}"/>
          </ac:spMkLst>
        </pc:spChg>
        <pc:spChg chg="del">
          <ac:chgData name="SARVESH GHADGE" userId="4698c0d87b14b953" providerId="LiveId" clId="{3FC528BE-8C68-4671-8E5C-F1CDBFA6FFC7}" dt="2025-07-31T04:20:57.211" v="948" actId="478"/>
          <ac:spMkLst>
            <pc:docMk/>
            <pc:sldMk cId="727364193" sldId="283"/>
            <ac:spMk id="44" creationId="{95967C4C-72D9-469E-BB08-F31A36FBD11D}"/>
          </ac:spMkLst>
        </pc:spChg>
        <pc:spChg chg="del">
          <ac:chgData name="SARVESH GHADGE" userId="4698c0d87b14b953" providerId="LiveId" clId="{3FC528BE-8C68-4671-8E5C-F1CDBFA6FFC7}" dt="2025-07-31T04:20:57.211" v="948" actId="478"/>
          <ac:spMkLst>
            <pc:docMk/>
            <pc:sldMk cId="727364193" sldId="283"/>
            <ac:spMk id="46" creationId="{D84D1B01-F5DB-4D77-80D5-5CACEA0F7047}"/>
          </ac:spMkLst>
        </pc:spChg>
        <pc:picChg chg="add mod">
          <ac:chgData name="SARVESH GHADGE" userId="4698c0d87b14b953" providerId="LiveId" clId="{3FC528BE-8C68-4671-8E5C-F1CDBFA6FFC7}" dt="2025-07-31T04:22:16.758" v="961" actId="1076"/>
          <ac:picMkLst>
            <pc:docMk/>
            <pc:sldMk cId="727364193" sldId="283"/>
            <ac:picMk id="12" creationId="{95AC68C3-64E6-C909-D7B0-613E28F67C53}"/>
          </ac:picMkLst>
        </pc:picChg>
        <pc:picChg chg="add mod">
          <ac:chgData name="SARVESH GHADGE" userId="4698c0d87b14b953" providerId="LiveId" clId="{3FC528BE-8C68-4671-8E5C-F1CDBFA6FFC7}" dt="2025-07-31T04:23:27.422" v="975" actId="1076"/>
          <ac:picMkLst>
            <pc:docMk/>
            <pc:sldMk cId="727364193" sldId="283"/>
            <ac:picMk id="15" creationId="{630EF682-CD5E-05D3-0BD1-A9BED75587AC}"/>
          </ac:picMkLst>
        </pc:picChg>
        <pc:picChg chg="add mod">
          <ac:chgData name="SARVESH GHADGE" userId="4698c0d87b14b953" providerId="LiveId" clId="{3FC528BE-8C68-4671-8E5C-F1CDBFA6FFC7}" dt="2025-07-31T04:24:18.281" v="981" actId="14100"/>
          <ac:picMkLst>
            <pc:docMk/>
            <pc:sldMk cId="727364193" sldId="283"/>
            <ac:picMk id="17" creationId="{7F306C7A-40BB-B854-DC4D-9F506DB8ED77}"/>
          </ac:picMkLst>
        </pc:picChg>
        <pc:picChg chg="add mod">
          <ac:chgData name="SARVESH GHADGE" userId="4698c0d87b14b953" providerId="LiveId" clId="{3FC528BE-8C68-4671-8E5C-F1CDBFA6FFC7}" dt="2025-07-31T04:25:21.499" v="991" actId="1076"/>
          <ac:picMkLst>
            <pc:docMk/>
            <pc:sldMk cId="727364193" sldId="283"/>
            <ac:picMk id="19" creationId="{24FF993B-D72F-DDA2-070D-244FE7BF2A25}"/>
          </ac:picMkLst>
        </pc:picChg>
      </pc:sldChg>
      <pc:sldChg chg="delSp mod">
        <pc:chgData name="SARVESH GHADGE" userId="4698c0d87b14b953" providerId="LiveId" clId="{3FC528BE-8C68-4671-8E5C-F1CDBFA6FFC7}" dt="2025-07-31T05:06:46.874" v="1357" actId="478"/>
        <pc:sldMkLst>
          <pc:docMk/>
          <pc:sldMk cId="1923038163" sldId="285"/>
        </pc:sldMkLst>
        <pc:picChg chg="del">
          <ac:chgData name="SARVESH GHADGE" userId="4698c0d87b14b953" providerId="LiveId" clId="{3FC528BE-8C68-4671-8E5C-F1CDBFA6FFC7}" dt="2025-07-31T05:06:46.874" v="1357" actId="478"/>
          <ac:picMkLst>
            <pc:docMk/>
            <pc:sldMk cId="1923038163" sldId="285"/>
            <ac:picMk id="6" creationId="{A86744F2-5246-4A0A-B119-35E7FB76A0D8}"/>
          </ac:picMkLst>
        </pc:picChg>
      </pc:sldChg>
      <pc:sldChg chg="del">
        <pc:chgData name="SARVESH GHADGE" userId="4698c0d87b14b953" providerId="LiveId" clId="{3FC528BE-8C68-4671-8E5C-F1CDBFA6FFC7}" dt="2025-07-31T04:40:52.503" v="1112" actId="2696"/>
        <pc:sldMkLst>
          <pc:docMk/>
          <pc:sldMk cId="2275478364" sldId="287"/>
        </pc:sldMkLst>
      </pc:sldChg>
      <pc:sldChg chg="modSp new mod">
        <pc:chgData name="SARVESH GHADGE" userId="4698c0d87b14b953" providerId="LiveId" clId="{3FC528BE-8C68-4671-8E5C-F1CDBFA6FFC7}" dt="2025-07-30T20:48:37.375" v="109" actId="27636"/>
        <pc:sldMkLst>
          <pc:docMk/>
          <pc:sldMk cId="3743990113" sldId="288"/>
        </pc:sldMkLst>
        <pc:spChg chg="mod">
          <ac:chgData name="SARVESH GHADGE" userId="4698c0d87b14b953" providerId="LiveId" clId="{3FC528BE-8C68-4671-8E5C-F1CDBFA6FFC7}" dt="2025-07-30T20:43:33.765" v="78" actId="122"/>
          <ac:spMkLst>
            <pc:docMk/>
            <pc:sldMk cId="3743990113" sldId="288"/>
            <ac:spMk id="2" creationId="{7952F472-0153-448C-A394-7F05F3304043}"/>
          </ac:spMkLst>
        </pc:spChg>
        <pc:spChg chg="mod">
          <ac:chgData name="SARVESH GHADGE" userId="4698c0d87b14b953" providerId="LiveId" clId="{3FC528BE-8C68-4671-8E5C-F1CDBFA6FFC7}" dt="2025-07-30T20:48:37.375" v="109" actId="27636"/>
          <ac:spMkLst>
            <pc:docMk/>
            <pc:sldMk cId="3743990113" sldId="288"/>
            <ac:spMk id="3" creationId="{972E261C-D228-5111-AFFA-57E7215DC651}"/>
          </ac:spMkLst>
        </pc:spChg>
      </pc:sldChg>
      <pc:sldChg chg="new del">
        <pc:chgData name="SARVESH GHADGE" userId="4698c0d87b14b953" providerId="LiveId" clId="{3FC528BE-8C68-4671-8E5C-F1CDBFA6FFC7}" dt="2025-07-30T20:49:45.243" v="114" actId="2696"/>
        <pc:sldMkLst>
          <pc:docMk/>
          <pc:sldMk cId="898663815" sldId="289"/>
        </pc:sldMkLst>
      </pc:sldChg>
      <pc:sldChg chg="addSp modSp new mod">
        <pc:chgData name="SARVESH GHADGE" userId="4698c0d87b14b953" providerId="LiveId" clId="{3FC528BE-8C68-4671-8E5C-F1CDBFA6FFC7}" dt="2025-07-31T04:39:50.917" v="1111" actId="1076"/>
        <pc:sldMkLst>
          <pc:docMk/>
          <pc:sldMk cId="3361180348" sldId="289"/>
        </pc:sldMkLst>
        <pc:spChg chg="add mod">
          <ac:chgData name="SARVESH GHADGE" userId="4698c0d87b14b953" providerId="LiveId" clId="{3FC528BE-8C68-4671-8E5C-F1CDBFA6FFC7}" dt="2025-07-31T04:39:08.404" v="1102" actId="1076"/>
          <ac:spMkLst>
            <pc:docMk/>
            <pc:sldMk cId="3361180348" sldId="289"/>
            <ac:spMk id="2" creationId="{8D0CE739-F27F-91D8-C58C-77C5FB7E6343}"/>
          </ac:spMkLst>
        </pc:spChg>
        <pc:spChg chg="add mod">
          <ac:chgData name="SARVESH GHADGE" userId="4698c0d87b14b953" providerId="LiveId" clId="{3FC528BE-8C68-4671-8E5C-F1CDBFA6FFC7}" dt="2025-07-31T04:38:57.848" v="1100" actId="14100"/>
          <ac:spMkLst>
            <pc:docMk/>
            <pc:sldMk cId="3361180348" sldId="289"/>
            <ac:spMk id="3" creationId="{BD62465F-1310-4FFB-403C-45E31B4413D3}"/>
          </ac:spMkLst>
        </pc:spChg>
        <pc:spChg chg="add mod">
          <ac:chgData name="SARVESH GHADGE" userId="4698c0d87b14b953" providerId="LiveId" clId="{3FC528BE-8C68-4671-8E5C-F1CDBFA6FFC7}" dt="2025-07-31T04:36:52.783" v="1084" actId="14100"/>
          <ac:spMkLst>
            <pc:docMk/>
            <pc:sldMk cId="3361180348" sldId="289"/>
            <ac:spMk id="4" creationId="{159D33C2-B01C-3AB5-D070-6521D5AABDDE}"/>
          </ac:spMkLst>
        </pc:spChg>
        <pc:spChg chg="add mod">
          <ac:chgData name="SARVESH GHADGE" userId="4698c0d87b14b953" providerId="LiveId" clId="{3FC528BE-8C68-4671-8E5C-F1CDBFA6FFC7}" dt="2025-07-31T04:35:08.564" v="1067" actId="1076"/>
          <ac:spMkLst>
            <pc:docMk/>
            <pc:sldMk cId="3361180348" sldId="289"/>
            <ac:spMk id="5" creationId="{71DFC366-801A-A25F-4299-E38B16293513}"/>
          </ac:spMkLst>
        </pc:spChg>
        <pc:spChg chg="add mod">
          <ac:chgData name="SARVESH GHADGE" userId="4698c0d87b14b953" providerId="LiveId" clId="{3FC528BE-8C68-4671-8E5C-F1CDBFA6FFC7}" dt="2025-07-31T04:39:50.917" v="1111" actId="1076"/>
          <ac:spMkLst>
            <pc:docMk/>
            <pc:sldMk cId="3361180348" sldId="289"/>
            <ac:spMk id="14" creationId="{546D7271-CB60-15BF-504E-4DEABB4F2821}"/>
          </ac:spMkLst>
        </pc:spChg>
        <pc:spChg chg="add mod">
          <ac:chgData name="SARVESH GHADGE" userId="4698c0d87b14b953" providerId="LiveId" clId="{3FC528BE-8C68-4671-8E5C-F1CDBFA6FFC7}" dt="2025-07-31T04:39:43.176" v="1110" actId="1076"/>
          <ac:spMkLst>
            <pc:docMk/>
            <pc:sldMk cId="3361180348" sldId="289"/>
            <ac:spMk id="15" creationId="{ABD2448C-8B0C-413F-6F3D-BF0260CCD344}"/>
          </ac:spMkLst>
        </pc:spChg>
        <pc:picChg chg="add mod">
          <ac:chgData name="SARVESH GHADGE" userId="4698c0d87b14b953" providerId="LiveId" clId="{3FC528BE-8C68-4671-8E5C-F1CDBFA6FFC7}" dt="2025-07-31T04:36:02.406" v="1073" actId="14100"/>
          <ac:picMkLst>
            <pc:docMk/>
            <pc:sldMk cId="3361180348" sldId="289"/>
            <ac:picMk id="7" creationId="{5DD2EE11-0C92-5CC1-C0FA-83A9D6FAA36E}"/>
          </ac:picMkLst>
        </pc:picChg>
        <pc:picChg chg="add mod">
          <ac:chgData name="SARVESH GHADGE" userId="4698c0d87b14b953" providerId="LiveId" clId="{3FC528BE-8C68-4671-8E5C-F1CDBFA6FFC7}" dt="2025-07-31T04:36:43.439" v="1081" actId="1076"/>
          <ac:picMkLst>
            <pc:docMk/>
            <pc:sldMk cId="3361180348" sldId="289"/>
            <ac:picMk id="9" creationId="{D6D374E5-6C7B-9458-C327-E6694CC26C05}"/>
          </ac:picMkLst>
        </pc:picChg>
        <pc:picChg chg="add mod">
          <ac:chgData name="SARVESH GHADGE" userId="4698c0d87b14b953" providerId="LiveId" clId="{3FC528BE-8C68-4671-8E5C-F1CDBFA6FFC7}" dt="2025-07-31T04:39:12.823" v="1103" actId="1076"/>
          <ac:picMkLst>
            <pc:docMk/>
            <pc:sldMk cId="3361180348" sldId="289"/>
            <ac:picMk id="11" creationId="{757A568D-88EE-D721-E8FF-FE2F516E035F}"/>
          </ac:picMkLst>
        </pc:picChg>
        <pc:picChg chg="add mod">
          <ac:chgData name="SARVESH GHADGE" userId="4698c0d87b14b953" providerId="LiveId" clId="{3FC528BE-8C68-4671-8E5C-F1CDBFA6FFC7}" dt="2025-07-31T04:39:01.180" v="1101" actId="1076"/>
          <ac:picMkLst>
            <pc:docMk/>
            <pc:sldMk cId="3361180348" sldId="289"/>
            <ac:picMk id="13" creationId="{BEE028F4-42DD-3158-C92A-3283DDF111E0}"/>
          </ac:picMkLst>
        </pc:picChg>
      </pc:sldChg>
      <pc:sldChg chg="addSp modSp new mod">
        <pc:chgData name="SARVESH GHADGE" userId="4698c0d87b14b953" providerId="LiveId" clId="{3FC528BE-8C68-4671-8E5C-F1CDBFA6FFC7}" dt="2025-07-31T05:02:44.332" v="1336" actId="1076"/>
        <pc:sldMkLst>
          <pc:docMk/>
          <pc:sldMk cId="3660483461" sldId="290"/>
        </pc:sldMkLst>
        <pc:spChg chg="add mod">
          <ac:chgData name="SARVESH GHADGE" userId="4698c0d87b14b953" providerId="LiveId" clId="{3FC528BE-8C68-4671-8E5C-F1CDBFA6FFC7}" dt="2025-07-31T04:45:48.348" v="1180" actId="14100"/>
          <ac:spMkLst>
            <pc:docMk/>
            <pc:sldMk cId="3660483461" sldId="290"/>
            <ac:spMk id="2" creationId="{519ADF8D-85BA-3895-1EF6-5E94C38D111C}"/>
          </ac:spMkLst>
        </pc:spChg>
        <pc:spChg chg="add mod">
          <ac:chgData name="SARVESH GHADGE" userId="4698c0d87b14b953" providerId="LiveId" clId="{3FC528BE-8C68-4671-8E5C-F1CDBFA6FFC7}" dt="2025-07-31T04:47:34.536" v="1198" actId="14100"/>
          <ac:spMkLst>
            <pc:docMk/>
            <pc:sldMk cId="3660483461" sldId="290"/>
            <ac:spMk id="3" creationId="{B670ED89-9E70-47BF-D7FE-505ADCD328C1}"/>
          </ac:spMkLst>
        </pc:spChg>
        <pc:spChg chg="add mod">
          <ac:chgData name="SARVESH GHADGE" userId="4698c0d87b14b953" providerId="LiveId" clId="{3FC528BE-8C68-4671-8E5C-F1CDBFA6FFC7}" dt="2025-07-31T04:45:56.151" v="1182" actId="14100"/>
          <ac:spMkLst>
            <pc:docMk/>
            <pc:sldMk cId="3660483461" sldId="290"/>
            <ac:spMk id="4" creationId="{E9BBB281-B392-25D6-796E-95EBCF62B5EC}"/>
          </ac:spMkLst>
        </pc:spChg>
        <pc:spChg chg="add mod">
          <ac:chgData name="SARVESH GHADGE" userId="4698c0d87b14b953" providerId="LiveId" clId="{3FC528BE-8C68-4671-8E5C-F1CDBFA6FFC7}" dt="2025-07-31T04:46:01.286" v="1183" actId="1076"/>
          <ac:spMkLst>
            <pc:docMk/>
            <pc:sldMk cId="3660483461" sldId="290"/>
            <ac:spMk id="5" creationId="{D577C4F5-7AF1-EA59-DFDD-95D501E7C2B4}"/>
          </ac:spMkLst>
        </pc:spChg>
        <pc:spChg chg="add mod">
          <ac:chgData name="SARVESH GHADGE" userId="4698c0d87b14b953" providerId="LiveId" clId="{3FC528BE-8C68-4671-8E5C-F1CDBFA6FFC7}" dt="2025-07-31T04:42:34.592" v="1135" actId="20577"/>
          <ac:spMkLst>
            <pc:docMk/>
            <pc:sldMk cId="3660483461" sldId="290"/>
            <ac:spMk id="6" creationId="{87A8BF4B-D2BF-9FAE-8985-0AD1F17044FA}"/>
          </ac:spMkLst>
        </pc:spChg>
        <pc:spChg chg="add mod">
          <ac:chgData name="SARVESH GHADGE" userId="4698c0d87b14b953" providerId="LiveId" clId="{3FC528BE-8C68-4671-8E5C-F1CDBFA6FFC7}" dt="2025-07-31T05:02:44.332" v="1336" actId="1076"/>
          <ac:spMkLst>
            <pc:docMk/>
            <pc:sldMk cId="3660483461" sldId="290"/>
            <ac:spMk id="15" creationId="{9424D293-BEC6-ACC4-C369-DFD8ADD84D15}"/>
          </ac:spMkLst>
        </pc:spChg>
        <pc:spChg chg="add mod">
          <ac:chgData name="SARVESH GHADGE" userId="4698c0d87b14b953" providerId="LiveId" clId="{3FC528BE-8C68-4671-8E5C-F1CDBFA6FFC7}" dt="2025-07-31T05:02:41.124" v="1335" actId="1076"/>
          <ac:spMkLst>
            <pc:docMk/>
            <pc:sldMk cId="3660483461" sldId="290"/>
            <ac:spMk id="16" creationId="{D57EF8AE-F555-EB8B-D975-001D4DFBAE81}"/>
          </ac:spMkLst>
        </pc:spChg>
        <pc:picChg chg="add mod">
          <ac:chgData name="SARVESH GHADGE" userId="4698c0d87b14b953" providerId="LiveId" clId="{3FC528BE-8C68-4671-8E5C-F1CDBFA6FFC7}" dt="2025-07-31T04:45:52.378" v="1181" actId="14100"/>
          <ac:picMkLst>
            <pc:docMk/>
            <pc:sldMk cId="3660483461" sldId="290"/>
            <ac:picMk id="8" creationId="{6B32A837-B57F-96B9-5086-58C2EE28434D}"/>
          </ac:picMkLst>
        </pc:picChg>
        <pc:picChg chg="add mod">
          <ac:chgData name="SARVESH GHADGE" userId="4698c0d87b14b953" providerId="LiveId" clId="{3FC528BE-8C68-4671-8E5C-F1CDBFA6FFC7}" dt="2025-07-31T04:45:42.221" v="1178" actId="1076"/>
          <ac:picMkLst>
            <pc:docMk/>
            <pc:sldMk cId="3660483461" sldId="290"/>
            <ac:picMk id="10" creationId="{72405C40-E793-9BFA-073B-9442F47B520A}"/>
          </ac:picMkLst>
        </pc:picChg>
        <pc:picChg chg="add mod">
          <ac:chgData name="SARVESH GHADGE" userId="4698c0d87b14b953" providerId="LiveId" clId="{3FC528BE-8C68-4671-8E5C-F1CDBFA6FFC7}" dt="2025-07-31T04:46:34.672" v="1187" actId="14100"/>
          <ac:picMkLst>
            <pc:docMk/>
            <pc:sldMk cId="3660483461" sldId="290"/>
            <ac:picMk id="12" creationId="{6E3DE6E8-BE43-00DE-87F5-54C698E7034F}"/>
          </ac:picMkLst>
        </pc:picChg>
        <pc:picChg chg="add mod">
          <ac:chgData name="SARVESH GHADGE" userId="4698c0d87b14b953" providerId="LiveId" clId="{3FC528BE-8C68-4671-8E5C-F1CDBFA6FFC7}" dt="2025-07-31T04:47:47.883" v="1201" actId="14100"/>
          <ac:picMkLst>
            <pc:docMk/>
            <pc:sldMk cId="3660483461" sldId="290"/>
            <ac:picMk id="14" creationId="{3CF42A59-E342-0AB9-E973-945F106BC8D6}"/>
          </ac:picMkLst>
        </pc:picChg>
      </pc:sldChg>
      <pc:sldChg chg="addSp modSp new mod">
        <pc:chgData name="SARVESH GHADGE" userId="4698c0d87b14b953" providerId="LiveId" clId="{3FC528BE-8C68-4671-8E5C-F1CDBFA6FFC7}" dt="2025-07-31T05:02:54.398" v="1340" actId="1076"/>
        <pc:sldMkLst>
          <pc:docMk/>
          <pc:sldMk cId="2358282665" sldId="291"/>
        </pc:sldMkLst>
        <pc:spChg chg="add mod">
          <ac:chgData name="SARVESH GHADGE" userId="4698c0d87b14b953" providerId="LiveId" clId="{3FC528BE-8C68-4671-8E5C-F1CDBFA6FFC7}" dt="2025-07-31T04:49:56.576" v="1220" actId="1076"/>
          <ac:spMkLst>
            <pc:docMk/>
            <pc:sldMk cId="2358282665" sldId="291"/>
            <ac:spMk id="2" creationId="{CCBC2A73-A549-71A2-2F23-1C2CC8D35941}"/>
          </ac:spMkLst>
        </pc:spChg>
        <pc:spChg chg="add mod">
          <ac:chgData name="SARVESH GHADGE" userId="4698c0d87b14b953" providerId="LiveId" clId="{3FC528BE-8C68-4671-8E5C-F1CDBFA6FFC7}" dt="2025-07-31T04:49:53.157" v="1219" actId="14100"/>
          <ac:spMkLst>
            <pc:docMk/>
            <pc:sldMk cId="2358282665" sldId="291"/>
            <ac:spMk id="3" creationId="{9397379D-0AE2-8113-7FEE-8575FFDC304F}"/>
          </ac:spMkLst>
        </pc:spChg>
        <pc:spChg chg="add mod">
          <ac:chgData name="SARVESH GHADGE" userId="4698c0d87b14b953" providerId="LiveId" clId="{3FC528BE-8C68-4671-8E5C-F1CDBFA6FFC7}" dt="2025-07-31T04:51:25.154" v="1234" actId="14100"/>
          <ac:spMkLst>
            <pc:docMk/>
            <pc:sldMk cId="2358282665" sldId="291"/>
            <ac:spMk id="4" creationId="{732799B2-7CB4-D30C-EC28-8ECB11EF86E3}"/>
          </ac:spMkLst>
        </pc:spChg>
        <pc:spChg chg="add mod">
          <ac:chgData name="SARVESH GHADGE" userId="4698c0d87b14b953" providerId="LiveId" clId="{3FC528BE-8C68-4671-8E5C-F1CDBFA6FFC7}" dt="2025-07-31T04:50:07.052" v="1223" actId="1076"/>
          <ac:spMkLst>
            <pc:docMk/>
            <pc:sldMk cId="2358282665" sldId="291"/>
            <ac:spMk id="5" creationId="{BD179FD0-6BC0-A119-4599-3208ECF5208A}"/>
          </ac:spMkLst>
        </pc:spChg>
        <pc:spChg chg="add mod">
          <ac:chgData name="SARVESH GHADGE" userId="4698c0d87b14b953" providerId="LiveId" clId="{3FC528BE-8C68-4671-8E5C-F1CDBFA6FFC7}" dt="2025-07-31T05:02:54.398" v="1340" actId="1076"/>
          <ac:spMkLst>
            <pc:docMk/>
            <pc:sldMk cId="2358282665" sldId="291"/>
            <ac:spMk id="14" creationId="{428D1F99-06F9-4970-D467-34644AF906FB}"/>
          </ac:spMkLst>
        </pc:spChg>
        <pc:spChg chg="add mod">
          <ac:chgData name="SARVESH GHADGE" userId="4698c0d87b14b953" providerId="LiveId" clId="{3FC528BE-8C68-4671-8E5C-F1CDBFA6FFC7}" dt="2025-07-31T05:02:50.878" v="1339" actId="1076"/>
          <ac:spMkLst>
            <pc:docMk/>
            <pc:sldMk cId="2358282665" sldId="291"/>
            <ac:spMk id="15" creationId="{3BDADB6F-7EF8-FA01-8DA4-759A63B3F79E}"/>
          </ac:spMkLst>
        </pc:spChg>
        <pc:picChg chg="add mod">
          <ac:chgData name="SARVESH GHADGE" userId="4698c0d87b14b953" providerId="LiveId" clId="{3FC528BE-8C68-4671-8E5C-F1CDBFA6FFC7}" dt="2025-07-31T04:50:02.576" v="1221" actId="1076"/>
          <ac:picMkLst>
            <pc:docMk/>
            <pc:sldMk cId="2358282665" sldId="291"/>
            <ac:picMk id="7" creationId="{9F212174-D681-7C09-54C0-D3E044BBD3D8}"/>
          </ac:picMkLst>
        </pc:picChg>
        <pc:picChg chg="add mod">
          <ac:chgData name="SARVESH GHADGE" userId="4698c0d87b14b953" providerId="LiveId" clId="{3FC528BE-8C68-4671-8E5C-F1CDBFA6FFC7}" dt="2025-07-31T04:49:49.462" v="1218" actId="14100"/>
          <ac:picMkLst>
            <pc:docMk/>
            <pc:sldMk cId="2358282665" sldId="291"/>
            <ac:picMk id="9" creationId="{D23054CC-45FA-4044-6995-7D16EFAB6EC1}"/>
          </ac:picMkLst>
        </pc:picChg>
        <pc:picChg chg="add mod">
          <ac:chgData name="SARVESH GHADGE" userId="4698c0d87b14b953" providerId="LiveId" clId="{3FC528BE-8C68-4671-8E5C-F1CDBFA6FFC7}" dt="2025-07-31T04:50:56.140" v="1228" actId="14100"/>
          <ac:picMkLst>
            <pc:docMk/>
            <pc:sldMk cId="2358282665" sldId="291"/>
            <ac:picMk id="11" creationId="{F22ED3D1-B87E-C65F-C5B5-B94DEA0D42B8}"/>
          </ac:picMkLst>
        </pc:picChg>
        <pc:picChg chg="add mod">
          <ac:chgData name="SARVESH GHADGE" userId="4698c0d87b14b953" providerId="LiveId" clId="{3FC528BE-8C68-4671-8E5C-F1CDBFA6FFC7}" dt="2025-07-31T04:51:38.986" v="1239" actId="14100"/>
          <ac:picMkLst>
            <pc:docMk/>
            <pc:sldMk cId="2358282665" sldId="291"/>
            <ac:picMk id="13" creationId="{F00E429D-3769-6AB4-A61C-FA0B73637F42}"/>
          </ac:picMkLst>
        </pc:picChg>
      </pc:sldChg>
      <pc:sldChg chg="addSp modSp new mod">
        <pc:chgData name="SARVESH GHADGE" userId="4698c0d87b14b953" providerId="LiveId" clId="{3FC528BE-8C68-4671-8E5C-F1CDBFA6FFC7}" dt="2025-07-31T05:03:10.808" v="1345" actId="1076"/>
        <pc:sldMkLst>
          <pc:docMk/>
          <pc:sldMk cId="3349485875" sldId="292"/>
        </pc:sldMkLst>
        <pc:spChg chg="add mod">
          <ac:chgData name="SARVESH GHADGE" userId="4698c0d87b14b953" providerId="LiveId" clId="{3FC528BE-8C68-4671-8E5C-F1CDBFA6FFC7}" dt="2025-07-31T04:42:56.988" v="1150" actId="20577"/>
          <ac:spMkLst>
            <pc:docMk/>
            <pc:sldMk cId="3349485875" sldId="292"/>
            <ac:spMk id="2" creationId="{EF343B7B-F5D8-3FDD-BD8C-50CA89D20515}"/>
          </ac:spMkLst>
        </pc:spChg>
        <pc:spChg chg="add mod">
          <ac:chgData name="SARVESH GHADGE" userId="4698c0d87b14b953" providerId="LiveId" clId="{3FC528BE-8C68-4671-8E5C-F1CDBFA6FFC7}" dt="2025-07-31T05:00:28.323" v="1298" actId="1076"/>
          <ac:spMkLst>
            <pc:docMk/>
            <pc:sldMk cId="3349485875" sldId="292"/>
            <ac:spMk id="3" creationId="{00DC1401-DCAC-65EC-49E0-B871FBF3CB15}"/>
          </ac:spMkLst>
        </pc:spChg>
        <pc:spChg chg="add mod">
          <ac:chgData name="SARVESH GHADGE" userId="4698c0d87b14b953" providerId="LiveId" clId="{3FC528BE-8C68-4671-8E5C-F1CDBFA6FFC7}" dt="2025-07-31T05:01:35.562" v="1318" actId="14100"/>
          <ac:spMkLst>
            <pc:docMk/>
            <pc:sldMk cId="3349485875" sldId="292"/>
            <ac:spMk id="4" creationId="{DEBCE547-DCA4-B07E-DEE8-2777862E1BE0}"/>
          </ac:spMkLst>
        </pc:spChg>
        <pc:spChg chg="add mod">
          <ac:chgData name="SARVESH GHADGE" userId="4698c0d87b14b953" providerId="LiveId" clId="{3FC528BE-8C68-4671-8E5C-F1CDBFA6FFC7}" dt="2025-07-31T05:01:51.748" v="1324" actId="1076"/>
          <ac:spMkLst>
            <pc:docMk/>
            <pc:sldMk cId="3349485875" sldId="292"/>
            <ac:spMk id="5" creationId="{D9A9F484-8860-2556-4024-CB7480855651}"/>
          </ac:spMkLst>
        </pc:spChg>
        <pc:spChg chg="add mod">
          <ac:chgData name="SARVESH GHADGE" userId="4698c0d87b14b953" providerId="LiveId" clId="{3FC528BE-8C68-4671-8E5C-F1CDBFA6FFC7}" dt="2025-07-31T05:00:52.412" v="1305" actId="14100"/>
          <ac:spMkLst>
            <pc:docMk/>
            <pc:sldMk cId="3349485875" sldId="292"/>
            <ac:spMk id="6" creationId="{5AD023D2-3E49-A0CF-0FB0-AE7643003C3C}"/>
          </ac:spMkLst>
        </pc:spChg>
        <pc:spChg chg="add mod">
          <ac:chgData name="SARVESH GHADGE" userId="4698c0d87b14b953" providerId="LiveId" clId="{3FC528BE-8C68-4671-8E5C-F1CDBFA6FFC7}" dt="2025-07-31T05:03:10.808" v="1345" actId="1076"/>
          <ac:spMkLst>
            <pc:docMk/>
            <pc:sldMk cId="3349485875" sldId="292"/>
            <ac:spMk id="15" creationId="{C8DFCF62-4101-3E07-F66F-DB259127D814}"/>
          </ac:spMkLst>
        </pc:spChg>
        <pc:spChg chg="add mod">
          <ac:chgData name="SARVESH GHADGE" userId="4698c0d87b14b953" providerId="LiveId" clId="{3FC528BE-8C68-4671-8E5C-F1CDBFA6FFC7}" dt="2025-07-31T05:03:06.241" v="1343" actId="1076"/>
          <ac:spMkLst>
            <pc:docMk/>
            <pc:sldMk cId="3349485875" sldId="292"/>
            <ac:spMk id="16" creationId="{A423A116-5DBD-1FBA-837C-A8262029923B}"/>
          </ac:spMkLst>
        </pc:spChg>
        <pc:picChg chg="add mod">
          <ac:chgData name="SARVESH GHADGE" userId="4698c0d87b14b953" providerId="LiveId" clId="{3FC528BE-8C68-4671-8E5C-F1CDBFA6FFC7}" dt="2025-07-31T05:00:25.350" v="1297" actId="14100"/>
          <ac:picMkLst>
            <pc:docMk/>
            <pc:sldMk cId="3349485875" sldId="292"/>
            <ac:picMk id="8" creationId="{7A668B54-FAA4-B258-9E1B-809A4DC0CCB3}"/>
          </ac:picMkLst>
        </pc:picChg>
        <pc:picChg chg="add mod">
          <ac:chgData name="SARVESH GHADGE" userId="4698c0d87b14b953" providerId="LiveId" clId="{3FC528BE-8C68-4671-8E5C-F1CDBFA6FFC7}" dt="2025-07-31T05:01:27.748" v="1315" actId="14100"/>
          <ac:picMkLst>
            <pc:docMk/>
            <pc:sldMk cId="3349485875" sldId="292"/>
            <ac:picMk id="10" creationId="{74BB46B6-9B46-3FCA-D96E-31978C71F8B4}"/>
          </ac:picMkLst>
        </pc:picChg>
        <pc:picChg chg="add mod">
          <ac:chgData name="SARVESH GHADGE" userId="4698c0d87b14b953" providerId="LiveId" clId="{3FC528BE-8C68-4671-8E5C-F1CDBFA6FFC7}" dt="2025-07-31T05:00:41.741" v="1302" actId="1076"/>
          <ac:picMkLst>
            <pc:docMk/>
            <pc:sldMk cId="3349485875" sldId="292"/>
            <ac:picMk id="12" creationId="{03A72E01-F227-F3CD-C057-933FBF11DEF5}"/>
          </ac:picMkLst>
        </pc:picChg>
        <pc:picChg chg="add mod">
          <ac:chgData name="SARVESH GHADGE" userId="4698c0d87b14b953" providerId="LiveId" clId="{3FC528BE-8C68-4671-8E5C-F1CDBFA6FFC7}" dt="2025-07-31T05:01:42.070" v="1320" actId="14100"/>
          <ac:picMkLst>
            <pc:docMk/>
            <pc:sldMk cId="3349485875" sldId="292"/>
            <ac:picMk id="14" creationId="{FE20D2C3-BF97-27A4-30BC-D899D099E675}"/>
          </ac:picMkLst>
        </pc:picChg>
      </pc:sldChg>
      <pc:sldChg chg="addSp modSp new mod">
        <pc:chgData name="SARVESH GHADGE" userId="4698c0d87b14b953" providerId="LiveId" clId="{3FC528BE-8C68-4671-8E5C-F1CDBFA6FFC7}" dt="2025-07-31T05:03:29.357" v="1350" actId="1076"/>
        <pc:sldMkLst>
          <pc:docMk/>
          <pc:sldMk cId="3334138039" sldId="293"/>
        </pc:sldMkLst>
        <pc:spChg chg="add mod">
          <ac:chgData name="SARVESH GHADGE" userId="4698c0d87b14b953" providerId="LiveId" clId="{3FC528BE-8C68-4671-8E5C-F1CDBFA6FFC7}" dt="2025-07-31T04:43:20.644" v="1159"/>
          <ac:spMkLst>
            <pc:docMk/>
            <pc:sldMk cId="3334138039" sldId="293"/>
            <ac:spMk id="2" creationId="{7AFBB83F-CB2A-2587-FDBB-DDC9C9A49C7E}"/>
          </ac:spMkLst>
        </pc:spChg>
        <pc:spChg chg="add mod">
          <ac:chgData name="SARVESH GHADGE" userId="4698c0d87b14b953" providerId="LiveId" clId="{3FC528BE-8C68-4671-8E5C-F1CDBFA6FFC7}" dt="2025-07-31T04:59:15.189" v="1277" actId="14100"/>
          <ac:spMkLst>
            <pc:docMk/>
            <pc:sldMk cId="3334138039" sldId="293"/>
            <ac:spMk id="3" creationId="{D1E61EA3-9684-3DCA-F419-9A7F4F285F48}"/>
          </ac:spMkLst>
        </pc:spChg>
        <pc:spChg chg="add mod">
          <ac:chgData name="SARVESH GHADGE" userId="4698c0d87b14b953" providerId="LiveId" clId="{3FC528BE-8C68-4671-8E5C-F1CDBFA6FFC7}" dt="2025-07-31T05:02:22.817" v="1332" actId="14100"/>
          <ac:spMkLst>
            <pc:docMk/>
            <pc:sldMk cId="3334138039" sldId="293"/>
            <ac:spMk id="4" creationId="{F5614797-7C60-838E-F0BF-2B87D8D8F2D3}"/>
          </ac:spMkLst>
        </pc:spChg>
        <pc:spChg chg="add mod">
          <ac:chgData name="SARVESH GHADGE" userId="4698c0d87b14b953" providerId="LiveId" clId="{3FC528BE-8C68-4671-8E5C-F1CDBFA6FFC7}" dt="2025-07-31T04:59:46.166" v="1285" actId="1076"/>
          <ac:spMkLst>
            <pc:docMk/>
            <pc:sldMk cId="3334138039" sldId="293"/>
            <ac:spMk id="5" creationId="{A0009777-57E8-27B1-5B46-05DB868C509E}"/>
          </ac:spMkLst>
        </pc:spChg>
        <pc:spChg chg="add mod">
          <ac:chgData name="SARVESH GHADGE" userId="4698c0d87b14b953" providerId="LiveId" clId="{3FC528BE-8C68-4671-8E5C-F1CDBFA6FFC7}" dt="2025-07-31T05:03:22.493" v="1349" actId="1076"/>
          <ac:spMkLst>
            <pc:docMk/>
            <pc:sldMk cId="3334138039" sldId="293"/>
            <ac:spMk id="14" creationId="{FD2FE41B-9178-49B5-28F1-94D8FBD567D8}"/>
          </ac:spMkLst>
        </pc:spChg>
        <pc:spChg chg="add mod">
          <ac:chgData name="SARVESH GHADGE" userId="4698c0d87b14b953" providerId="LiveId" clId="{3FC528BE-8C68-4671-8E5C-F1CDBFA6FFC7}" dt="2025-07-31T05:03:18.275" v="1348" actId="1076"/>
          <ac:spMkLst>
            <pc:docMk/>
            <pc:sldMk cId="3334138039" sldId="293"/>
            <ac:spMk id="15" creationId="{72DB57E6-432E-A053-D1AA-F850623076C5}"/>
          </ac:spMkLst>
        </pc:spChg>
        <pc:picChg chg="add mod">
          <ac:chgData name="SARVESH GHADGE" userId="4698c0d87b14b953" providerId="LiveId" clId="{3FC528BE-8C68-4671-8E5C-F1CDBFA6FFC7}" dt="2025-07-31T05:03:29.357" v="1350" actId="1076"/>
          <ac:picMkLst>
            <pc:docMk/>
            <pc:sldMk cId="3334138039" sldId="293"/>
            <ac:picMk id="7" creationId="{2FCA97B4-AC3E-327C-C584-5E521DBC82E3}"/>
          </ac:picMkLst>
        </pc:picChg>
        <pc:picChg chg="add mod">
          <ac:chgData name="SARVESH GHADGE" userId="4698c0d87b14b953" providerId="LiveId" clId="{3FC528BE-8C68-4671-8E5C-F1CDBFA6FFC7}" dt="2025-07-31T04:58:58.815" v="1272" actId="14100"/>
          <ac:picMkLst>
            <pc:docMk/>
            <pc:sldMk cId="3334138039" sldId="293"/>
            <ac:picMk id="9" creationId="{3EE6FFBC-0F14-AA8F-8D5E-B8EADCD27489}"/>
          </ac:picMkLst>
        </pc:picChg>
        <pc:picChg chg="add mod">
          <ac:chgData name="SARVESH GHADGE" userId="4698c0d87b14b953" providerId="LiveId" clId="{3FC528BE-8C68-4671-8E5C-F1CDBFA6FFC7}" dt="2025-07-31T04:59:47.888" v="1286" actId="1076"/>
          <ac:picMkLst>
            <pc:docMk/>
            <pc:sldMk cId="3334138039" sldId="293"/>
            <ac:picMk id="11" creationId="{AFFA569B-2EF7-4950-6481-32ED861391C0}"/>
          </ac:picMkLst>
        </pc:picChg>
        <pc:picChg chg="add mod">
          <ac:chgData name="SARVESH GHADGE" userId="4698c0d87b14b953" providerId="LiveId" clId="{3FC528BE-8C68-4671-8E5C-F1CDBFA6FFC7}" dt="2025-07-31T05:02:14.848" v="1330" actId="1076"/>
          <ac:picMkLst>
            <pc:docMk/>
            <pc:sldMk cId="3334138039" sldId="293"/>
            <ac:picMk id="13" creationId="{38E52232-DAA2-38B9-A67F-EEACDA3C5AD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7/31/2025</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7/31/2025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1772151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1171546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3728569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12792947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2066031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3688625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15</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7/31/2025</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7/31/2025</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svgsilh.com/image/1300231.html" TargetMode="Externa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887691" y="4217648"/>
            <a:ext cx="9144000" cy="1938992"/>
          </a:xfrm>
        </p:spPr>
        <p:txBody>
          <a:bodyPr lIns="0" tIns="0" rIns="0" bIns="0" anchor="t">
            <a:spAutoFit/>
          </a:bodyPr>
          <a:lstStyle/>
          <a:p>
            <a:r>
              <a:rPr lang="en-US" b="1" dirty="0">
                <a:solidFill>
                  <a:schemeClr val="bg1"/>
                </a:solidFill>
              </a:rPr>
              <a:t>Rapido Cab Analysis</a:t>
            </a:r>
            <a:br>
              <a:rPr lang="en-US" dirty="0">
                <a:solidFill>
                  <a:schemeClr val="bg1"/>
                </a:solidFill>
              </a:rPr>
            </a:br>
            <a:r>
              <a:rPr lang="en-US" sz="4000" dirty="0">
                <a:solidFill>
                  <a:schemeClr val="accent4"/>
                </a:solidFill>
              </a:rPr>
              <a:t>Presentation</a:t>
            </a:r>
            <a:br>
              <a:rPr lang="en-US" sz="4000" dirty="0">
                <a:solidFill>
                  <a:schemeClr val="accent4"/>
                </a:solidFill>
              </a:rPr>
            </a:br>
            <a:r>
              <a:rPr lang="en-US" sz="4000" dirty="0">
                <a:solidFill>
                  <a:schemeClr val="accent4"/>
                </a:solidFill>
              </a:rPr>
              <a:t>BY Ghadge Sarvesh Tukaram</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20727C9A-8CD1-E2F2-01ED-C990CD3807E5}"/>
              </a:ext>
            </a:extLst>
          </p:cNvPr>
          <p:cNvPicPr>
            <a:picLocks noChangeAspect="1"/>
          </p:cNvPicPr>
          <p:nvPr/>
        </p:nvPicPr>
        <p:blipFill>
          <a:blip r:embed="rId3">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517584" y="382786"/>
            <a:ext cx="11171207" cy="4704472"/>
          </a:xfrm>
          <a:prstGeom prst="rect">
            <a:avLst/>
          </a:prstGeom>
        </p:spPr>
      </p:pic>
      <p:sp>
        <p:nvSpPr>
          <p:cNvPr id="3" name="Rectangle 2">
            <a:extLst>
              <a:ext uri="{FF2B5EF4-FFF2-40B4-BE49-F238E27FC236}">
                <a16:creationId xmlns:a16="http://schemas.microsoft.com/office/drawing/2014/main" id="{22BC7548-EA63-91A2-921D-A71F03F33477}"/>
              </a:ext>
            </a:extLst>
          </p:cNvPr>
          <p:cNvSpPr/>
          <p:nvPr/>
        </p:nvSpPr>
        <p:spPr>
          <a:xfrm>
            <a:off x="5971607" y="3244334"/>
            <a:ext cx="248786" cy="369332"/>
          </a:xfrm>
          <a:prstGeom prst="rect">
            <a:avLst/>
          </a:prstGeom>
        </p:spPr>
        <p:txBody>
          <a:bodyPr wrap="none">
            <a:spAutoFit/>
          </a:bodyPr>
          <a:lstStyle/>
          <a:p>
            <a:r>
              <a:rPr lang="en-IN"/>
              <a:t> </a:t>
            </a: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F472-0153-448C-A394-7F05F3304043}"/>
              </a:ext>
            </a:extLst>
          </p:cNvPr>
          <p:cNvSpPr>
            <a:spLocks noGrp="1"/>
          </p:cNvSpPr>
          <p:nvPr>
            <p:ph type="title"/>
          </p:nvPr>
        </p:nvSpPr>
        <p:spPr/>
        <p:txBody>
          <a:bodyPr>
            <a:normAutofit/>
          </a:bodyPr>
          <a:lstStyle/>
          <a:p>
            <a:pPr algn="ctr"/>
            <a:r>
              <a:rPr lang="en-IN" sz="3200" b="1" dirty="0"/>
              <a:t>Project Overview</a:t>
            </a:r>
          </a:p>
        </p:txBody>
      </p:sp>
      <p:sp>
        <p:nvSpPr>
          <p:cNvPr id="3" name="Content Placeholder 2">
            <a:extLst>
              <a:ext uri="{FF2B5EF4-FFF2-40B4-BE49-F238E27FC236}">
                <a16:creationId xmlns:a16="http://schemas.microsoft.com/office/drawing/2014/main" id="{972E261C-D228-5111-AFFA-57E7215DC651}"/>
              </a:ext>
            </a:extLst>
          </p:cNvPr>
          <p:cNvSpPr>
            <a:spLocks noGrp="1"/>
          </p:cNvSpPr>
          <p:nvPr>
            <p:ph idx="1"/>
          </p:nvPr>
        </p:nvSpPr>
        <p:spPr/>
        <p:txBody>
          <a:bodyPr>
            <a:normAutofit lnSpcReduction="10000"/>
          </a:bodyPr>
          <a:lstStyle/>
          <a:p>
            <a:pPr marL="0" indent="0" algn="just">
              <a:buNone/>
            </a:pPr>
            <a:r>
              <a:rPr lang="en-US" sz="1800" dirty="0">
                <a:latin typeface="Baskerville Old Face" panose="02020602080505020303" pitchFamily="18" charset="0"/>
              </a:rPr>
              <a:t>The Rapido Ride Analytics project is based on a synthetic dataset with over 3,000 ride records, 500 users and 300 drivers, combined into three relational tables; these tables are: </a:t>
            </a:r>
            <a:r>
              <a:rPr lang="en-US" sz="1800" b="1" dirty="0">
                <a:latin typeface="Baskerville Old Face" panose="02020602080505020303" pitchFamily="18" charset="0"/>
              </a:rPr>
              <a:t>rapido1</a:t>
            </a:r>
            <a:r>
              <a:rPr lang="en-US" sz="1800" dirty="0">
                <a:latin typeface="Baskerville Old Face" panose="02020602080505020303" pitchFamily="18" charset="0"/>
              </a:rPr>
              <a:t>,</a:t>
            </a:r>
            <a:r>
              <a:rPr lang="en-US" sz="1800" b="1" dirty="0">
                <a:latin typeface="Baskerville Old Face" panose="02020602080505020303" pitchFamily="18" charset="0"/>
              </a:rPr>
              <a:t>rapido_drivers2</a:t>
            </a:r>
            <a:r>
              <a:rPr lang="en-US" sz="1800" dirty="0">
                <a:latin typeface="Baskerville Old Face" panose="02020602080505020303" pitchFamily="18" charset="0"/>
              </a:rPr>
              <a:t>, and </a:t>
            </a:r>
            <a:r>
              <a:rPr lang="en-US" sz="1800" b="1" dirty="0">
                <a:latin typeface="Baskerville Old Face" panose="02020602080505020303" pitchFamily="18" charset="0"/>
              </a:rPr>
              <a:t>rapido_rides_with_names3 </a:t>
            </a:r>
            <a:r>
              <a:rPr lang="en-US" sz="1800" dirty="0">
                <a:latin typeface="Baskerville Old Face" panose="02020602080505020303" pitchFamily="18" charset="0"/>
              </a:rPr>
              <a:t>which record variables such as fare, distance, drop-off and pickup locations, the name of the user and the name of the driver.</a:t>
            </a:r>
          </a:p>
          <a:p>
            <a:pPr marL="0" indent="0" algn="just">
              <a:buNone/>
            </a:pPr>
            <a:r>
              <a:rPr lang="en-US" sz="1800" dirty="0">
                <a:latin typeface="Baskerville Old Face" panose="02020602080505020303" pitchFamily="18" charset="0"/>
              </a:rPr>
              <a:t>The analysis starts with user behavior and engagement. Specifically, it involved looking at the counts of rides taken, total fare spent, and distances travelled.</a:t>
            </a:r>
          </a:p>
          <a:p>
            <a:pPr marL="0" indent="0" algn="just">
              <a:buNone/>
            </a:pPr>
            <a:r>
              <a:rPr lang="en-US" sz="1800" dirty="0">
                <a:latin typeface="Baskerville Old Face" panose="02020602080505020303" pitchFamily="18" charset="0"/>
              </a:rPr>
              <a:t>Driver performance analysis is another significant aspect. By joining ride data with driver profiles, we computed the earnings for each driver, the average fare per ride for each driver, and the ride counts.</a:t>
            </a:r>
          </a:p>
          <a:p>
            <a:pPr marL="0" indent="0" algn="just">
              <a:buNone/>
            </a:pPr>
            <a:r>
              <a:rPr lang="en-US" sz="1800" dirty="0">
                <a:latin typeface="Baskerville Old Face" panose="02020602080505020303" pitchFamily="18" charset="0"/>
              </a:rPr>
              <a:t>The analyses on routes and locations were of particular operational value. We were able to look at zero-based pickup and drop locations which had the highest count and revenue. Some route combinations, for example, "Koramangala to Marathahalli" or "HSR to BTM" had high demand and high revenue earners.</a:t>
            </a:r>
          </a:p>
          <a:p>
            <a:pPr marL="0" indent="0" algn="just">
              <a:buNone/>
            </a:pPr>
            <a:r>
              <a:rPr lang="en-US" sz="1800" dirty="0">
                <a:latin typeface="Baskerville Old Face" panose="02020602080505020303" pitchFamily="18" charset="0"/>
              </a:rPr>
              <a:t>Revenue Analysis is a primary part of the Rapido Ride Analytics project, which aimed to understand revenue generation from several perspectives - the platform level, per driver, per user, per route, and by time period.</a:t>
            </a:r>
          </a:p>
          <a:p>
            <a:pPr marL="0" indent="0" algn="just">
              <a:buNone/>
            </a:pPr>
            <a:r>
              <a:rPr lang="en-US" sz="1800" dirty="0">
                <a:latin typeface="Baskerville Old Face" panose="02020602080505020303" pitchFamily="18" charset="0"/>
              </a:rPr>
              <a:t>By using the </a:t>
            </a:r>
            <a:r>
              <a:rPr lang="en-US" sz="1800" dirty="0" err="1">
                <a:latin typeface="Baskerville Old Face" panose="02020602080505020303" pitchFamily="18" charset="0"/>
              </a:rPr>
              <a:t>rapido_rides_with_names</a:t>
            </a:r>
            <a:r>
              <a:rPr lang="en-US" sz="1800" dirty="0">
                <a:latin typeface="Baskerville Old Face" panose="02020602080505020303" pitchFamily="18" charset="0"/>
              </a:rPr>
              <a:t> table to join with </a:t>
            </a:r>
            <a:r>
              <a:rPr lang="en-US" sz="1800" dirty="0" err="1">
                <a:latin typeface="Baskerville Old Face" panose="02020602080505020303" pitchFamily="18" charset="0"/>
              </a:rPr>
              <a:t>rapido_users</a:t>
            </a:r>
            <a:r>
              <a:rPr lang="en-US" sz="1800" dirty="0">
                <a:latin typeface="Baskerville Old Face" panose="02020602080505020303" pitchFamily="18" charset="0"/>
              </a:rPr>
              <a:t> and </a:t>
            </a:r>
            <a:r>
              <a:rPr lang="en-US" sz="1800" dirty="0" err="1">
                <a:latin typeface="Baskerville Old Face" panose="02020602080505020303" pitchFamily="18" charset="0"/>
              </a:rPr>
              <a:t>rapido_drivers</a:t>
            </a:r>
            <a:r>
              <a:rPr lang="en-US" sz="1800" dirty="0">
                <a:latin typeface="Baskerville Old Face" panose="02020602080505020303" pitchFamily="18" charset="0"/>
              </a:rPr>
              <a:t>, we were able to determine both individual and aggregate fare totals giving us the complete picture of how the revenue flows through the system.</a:t>
            </a:r>
          </a:p>
        </p:txBody>
      </p:sp>
    </p:spTree>
    <p:extLst>
      <p:ext uri="{BB962C8B-B14F-4D97-AF65-F5344CB8AC3E}">
        <p14:creationId xmlns:p14="http://schemas.microsoft.com/office/powerpoint/2010/main" val="3743990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p:nvPr>
        </p:nvSpPr>
        <p:spPr/>
        <p:txBody>
          <a:bodyPr/>
          <a:lstStyle/>
          <a:p>
            <a:r>
              <a:rPr lang="en-US" dirty="0"/>
              <a:t>Project analysis slide 3</a:t>
            </a:r>
          </a:p>
        </p:txBody>
      </p:sp>
      <p:sp>
        <p:nvSpPr>
          <p:cNvPr id="3" name="Content Placeholder 2">
            <a:extLst>
              <a:ext uri="{FF2B5EF4-FFF2-40B4-BE49-F238E27FC236}">
                <a16:creationId xmlns:a16="http://schemas.microsoft.com/office/drawing/2014/main" id="{96FE2D87-ACD1-3BD2-F734-3818923806E6}"/>
              </a:ext>
            </a:extLst>
          </p:cNvPr>
          <p:cNvSpPr>
            <a:spLocks noGrp="1"/>
          </p:cNvSpPr>
          <p:nvPr>
            <p:ph idx="1"/>
          </p:nvPr>
        </p:nvSpPr>
        <p:spPr>
          <a:xfrm>
            <a:off x="467263" y="410892"/>
            <a:ext cx="11316419" cy="5946775"/>
          </a:xfrm>
        </p:spPr>
        <p:txBody>
          <a:bodyPr/>
          <a:lstStyle/>
          <a:p>
            <a:pPr marL="0" indent="0" algn="ctr">
              <a:buNone/>
            </a:pPr>
            <a:r>
              <a:rPr lang="en-IN" b="1" dirty="0">
                <a:latin typeface="+mj-lt"/>
              </a:rPr>
              <a:t>Problem Statement</a:t>
            </a:r>
          </a:p>
          <a:p>
            <a:pPr marL="0" indent="0" algn="just">
              <a:buNone/>
            </a:pPr>
            <a:r>
              <a:rPr lang="en-US" sz="1800" b="1" dirty="0">
                <a:latin typeface="Baskerville Old Face" panose="02020602080505020303" pitchFamily="18" charset="0"/>
              </a:rPr>
              <a:t>With the continued expansion of urban mobility platforms like Rapido, the need for data-driven decision making to manage operations, improve customer experience, and increase profitability is becoming more necessary. While raw ride data can support strategic decision making, it lacks the industry standards for structuring operational data and sufficient revenue or rider insights needed for thoughtful planning. Rapido also struggles with understanding its performance around revenue, user engagement, driver performance, and demand trends by location.</a:t>
            </a:r>
          </a:p>
          <a:p>
            <a:pPr marL="0" indent="0" algn="just">
              <a:buNone/>
            </a:pPr>
            <a:endParaRPr lang="en-US" sz="1800" b="1" dirty="0">
              <a:latin typeface="+mj-lt"/>
            </a:endParaRPr>
          </a:p>
          <a:p>
            <a:pPr algn="just">
              <a:buFont typeface="Wingdings" panose="05000000000000000000" pitchFamily="2" charset="2"/>
              <a:buChar char="Ø"/>
            </a:pPr>
            <a:r>
              <a:rPr lang="en-US" sz="1800" b="1" dirty="0">
                <a:latin typeface="Baskerville Old Face" panose="02020602080505020303" pitchFamily="18" charset="0"/>
              </a:rPr>
              <a:t>Lack of structured insights</a:t>
            </a:r>
            <a:r>
              <a:rPr lang="en-US" sz="1800" dirty="0">
                <a:latin typeface="Baskerville Old Face" panose="02020602080505020303" pitchFamily="18" charset="0"/>
              </a:rPr>
              <a:t> from ride data prevents Rapido from making informed business decisions.</a:t>
            </a:r>
          </a:p>
          <a:p>
            <a:pPr algn="just">
              <a:buFont typeface="Wingdings" panose="05000000000000000000" pitchFamily="2" charset="2"/>
              <a:buChar char="Ø"/>
            </a:pPr>
            <a:r>
              <a:rPr lang="en-US" sz="1800" b="1" dirty="0">
                <a:latin typeface="Baskerville Old Face" panose="02020602080505020303" pitchFamily="18" charset="0"/>
              </a:rPr>
              <a:t>  User engagement patterns</a:t>
            </a:r>
            <a:r>
              <a:rPr lang="en-US" sz="1800" dirty="0">
                <a:latin typeface="Baskerville Old Face" panose="02020602080505020303" pitchFamily="18" charset="0"/>
              </a:rPr>
              <a:t> (e.g., frequent riders, high spenders) are not being tracked or utilized effectively</a:t>
            </a:r>
          </a:p>
          <a:p>
            <a:pPr algn="just">
              <a:buFont typeface="Wingdings" panose="05000000000000000000" pitchFamily="2" charset="2"/>
              <a:buChar char="Ø"/>
            </a:pPr>
            <a:r>
              <a:rPr lang="en-US" sz="1800" b="1" dirty="0">
                <a:latin typeface="Baskerville Old Face" panose="02020602080505020303" pitchFamily="18" charset="0"/>
              </a:rPr>
              <a:t>Driver performance</a:t>
            </a:r>
            <a:r>
              <a:rPr lang="en-US" sz="1800" dirty="0">
                <a:latin typeface="Baskerville Old Face" panose="02020602080505020303" pitchFamily="18" charset="0"/>
              </a:rPr>
              <a:t> and efficiency metrics are not identified, making it hard to recognize top drivers or those needing support.</a:t>
            </a:r>
          </a:p>
          <a:p>
            <a:pPr algn="just">
              <a:buFont typeface="Wingdings" panose="05000000000000000000" pitchFamily="2" charset="2"/>
              <a:buChar char="Ø"/>
            </a:pPr>
            <a:r>
              <a:rPr lang="en-US" sz="1800" b="1" dirty="0">
                <a:latin typeface="Baskerville Old Face" panose="02020602080505020303" pitchFamily="18" charset="0"/>
              </a:rPr>
              <a:t>Location and route-based demand trends</a:t>
            </a:r>
            <a:r>
              <a:rPr lang="en-US" sz="1800" dirty="0">
                <a:latin typeface="Baskerville Old Face" panose="02020602080505020303" pitchFamily="18" charset="0"/>
              </a:rPr>
              <a:t> are not well understood, which limits route optimization and driver placement.</a:t>
            </a:r>
            <a:endParaRPr lang="en-IN" sz="1800" b="1" dirty="0">
              <a:latin typeface="Baskerville Old Face" panose="02020602080505020303" pitchFamily="18" charset="0"/>
            </a:endParaRPr>
          </a:p>
        </p:txBody>
      </p:sp>
    </p:spTree>
    <p:extLst>
      <p:ext uri="{BB962C8B-B14F-4D97-AF65-F5344CB8AC3E}">
        <p14:creationId xmlns:p14="http://schemas.microsoft.com/office/powerpoint/2010/main" val="82256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p:nvPr>
        </p:nvSpPr>
        <p:spPr/>
        <p:txBody>
          <a:bodyPr/>
          <a:lstStyle/>
          <a:p>
            <a:r>
              <a:rPr lang="en-US" dirty="0"/>
              <a:t>Project analysis slide 4</a:t>
            </a:r>
          </a:p>
        </p:txBody>
      </p:sp>
      <p:sp>
        <p:nvSpPr>
          <p:cNvPr id="4" name="Text Placeholder 3">
            <a:extLst>
              <a:ext uri="{FF2B5EF4-FFF2-40B4-BE49-F238E27FC236}">
                <a16:creationId xmlns:a16="http://schemas.microsoft.com/office/drawing/2014/main" id="{4834D663-BAE5-6E70-3DAD-2527E6AD2910}"/>
              </a:ext>
            </a:extLst>
          </p:cNvPr>
          <p:cNvSpPr>
            <a:spLocks noGrp="1"/>
          </p:cNvSpPr>
          <p:nvPr>
            <p:ph type="body" idx="1"/>
          </p:nvPr>
        </p:nvSpPr>
        <p:spPr>
          <a:xfrm>
            <a:off x="839788" y="1681163"/>
            <a:ext cx="5157787" cy="823912"/>
          </a:xfrm>
        </p:spPr>
        <p:txBody>
          <a:bodyPr/>
          <a:lstStyle/>
          <a:p>
            <a:r>
              <a:rPr lang="en-IN" dirty="0">
                <a:latin typeface="Baskerville Old Face" panose="02020602080505020303" pitchFamily="18" charset="0"/>
              </a:rPr>
              <a:t>Rapido1</a:t>
            </a:r>
          </a:p>
        </p:txBody>
      </p:sp>
      <p:sp>
        <p:nvSpPr>
          <p:cNvPr id="5" name="Content Placeholder 4">
            <a:extLst>
              <a:ext uri="{FF2B5EF4-FFF2-40B4-BE49-F238E27FC236}">
                <a16:creationId xmlns:a16="http://schemas.microsoft.com/office/drawing/2014/main" id="{C1FF7957-DE88-8046-0D88-E7A6F75BE080}"/>
              </a:ext>
            </a:extLst>
          </p:cNvPr>
          <p:cNvSpPr>
            <a:spLocks noGrp="1"/>
          </p:cNvSpPr>
          <p:nvPr>
            <p:ph sz="half" idx="2"/>
          </p:nvPr>
        </p:nvSpPr>
        <p:spPr>
          <a:xfrm>
            <a:off x="839788" y="2505075"/>
            <a:ext cx="2722921" cy="3684588"/>
          </a:xfrm>
        </p:spPr>
        <p:txBody>
          <a:bodyPr>
            <a:normAutofit lnSpcReduction="10000"/>
          </a:bodyPr>
          <a:lstStyle/>
          <a:p>
            <a:r>
              <a:rPr lang="en-IN" sz="1800" b="1" dirty="0">
                <a:latin typeface="Baskerville Old Face" panose="02020602080505020303" pitchFamily="18" charset="0"/>
              </a:rPr>
              <a:t>Create </a:t>
            </a:r>
            <a:r>
              <a:rPr lang="en-IN" sz="1800" b="1" dirty="0" err="1">
                <a:latin typeface="Baskerville Old Face" panose="02020602080505020303" pitchFamily="18" charset="0"/>
              </a:rPr>
              <a:t>tabal</a:t>
            </a:r>
            <a:r>
              <a:rPr lang="en-IN" sz="1800" b="1" dirty="0">
                <a:latin typeface="Baskerville Old Face" panose="02020602080505020303" pitchFamily="18" charset="0"/>
              </a:rPr>
              <a:t> Rapido1(</a:t>
            </a:r>
          </a:p>
          <a:p>
            <a:r>
              <a:rPr lang="en-IN" sz="1800" b="1" dirty="0" err="1">
                <a:latin typeface="Baskerville Old Face" panose="02020602080505020303" pitchFamily="18" charset="0"/>
              </a:rPr>
              <a:t>User_id</a:t>
            </a:r>
            <a:r>
              <a:rPr lang="en-IN" sz="1800" b="1" dirty="0">
                <a:latin typeface="Baskerville Old Face" panose="02020602080505020303" pitchFamily="18" charset="0"/>
              </a:rPr>
              <a:t> text,</a:t>
            </a:r>
          </a:p>
          <a:p>
            <a:r>
              <a:rPr lang="en-IN" sz="1800" b="1" dirty="0">
                <a:latin typeface="Baskerville Old Face" panose="02020602080505020303" pitchFamily="18" charset="0"/>
              </a:rPr>
              <a:t>Name text,</a:t>
            </a:r>
          </a:p>
          <a:p>
            <a:r>
              <a:rPr lang="en-IN" sz="1800" b="1" dirty="0">
                <a:latin typeface="Baskerville Old Face" panose="02020602080505020303" pitchFamily="18" charset="0"/>
              </a:rPr>
              <a:t>Phone </a:t>
            </a:r>
            <a:r>
              <a:rPr lang="en-IN" sz="1800" b="1" dirty="0" err="1">
                <a:latin typeface="Baskerville Old Face" panose="02020602080505020303" pitchFamily="18" charset="0"/>
              </a:rPr>
              <a:t>bigint</a:t>
            </a:r>
            <a:endParaRPr lang="en-IN" sz="1800" b="1" dirty="0">
              <a:latin typeface="Baskerville Old Face" panose="02020602080505020303" pitchFamily="18" charset="0"/>
            </a:endParaRPr>
          </a:p>
          <a:p>
            <a:r>
              <a:rPr lang="en-IN" sz="1800" b="1" dirty="0">
                <a:latin typeface="Baskerville Old Face" panose="02020602080505020303" pitchFamily="18" charset="0"/>
              </a:rPr>
              <a:t>Email text</a:t>
            </a:r>
          </a:p>
          <a:p>
            <a:r>
              <a:rPr lang="en-IN" sz="1800" b="1" dirty="0" err="1">
                <a:latin typeface="Baskerville Old Face" panose="02020602080505020303" pitchFamily="18" charset="0"/>
              </a:rPr>
              <a:t>Signup_date</a:t>
            </a:r>
            <a:r>
              <a:rPr lang="en-IN" sz="1800" b="1" dirty="0">
                <a:latin typeface="Baskerville Old Face" panose="02020602080505020303" pitchFamily="18" charset="0"/>
              </a:rPr>
              <a:t> text</a:t>
            </a:r>
          </a:p>
        </p:txBody>
      </p:sp>
      <p:sp>
        <p:nvSpPr>
          <p:cNvPr id="6" name="Text Placeholder 5">
            <a:extLst>
              <a:ext uri="{FF2B5EF4-FFF2-40B4-BE49-F238E27FC236}">
                <a16:creationId xmlns:a16="http://schemas.microsoft.com/office/drawing/2014/main" id="{29DE1669-1D9C-9286-3622-D6C4982AFF75}"/>
              </a:ext>
            </a:extLst>
          </p:cNvPr>
          <p:cNvSpPr>
            <a:spLocks noGrp="1"/>
          </p:cNvSpPr>
          <p:nvPr>
            <p:ph type="body" sz="quarter" idx="3"/>
          </p:nvPr>
        </p:nvSpPr>
        <p:spPr>
          <a:xfrm>
            <a:off x="3959525" y="1681163"/>
            <a:ext cx="3347049" cy="823912"/>
          </a:xfrm>
        </p:spPr>
        <p:txBody>
          <a:bodyPr/>
          <a:lstStyle/>
          <a:p>
            <a:r>
              <a:rPr lang="en-IN" dirty="0">
                <a:latin typeface="Baskerville Old Face" panose="02020602080505020303" pitchFamily="18" charset="0"/>
              </a:rPr>
              <a:t>Rapido_drivers_2</a:t>
            </a:r>
          </a:p>
        </p:txBody>
      </p:sp>
      <p:sp>
        <p:nvSpPr>
          <p:cNvPr id="8" name="Content Placeholder 7">
            <a:extLst>
              <a:ext uri="{FF2B5EF4-FFF2-40B4-BE49-F238E27FC236}">
                <a16:creationId xmlns:a16="http://schemas.microsoft.com/office/drawing/2014/main" id="{748EB291-96FE-6081-CDFE-4276DCD6C835}"/>
              </a:ext>
            </a:extLst>
          </p:cNvPr>
          <p:cNvSpPr>
            <a:spLocks noGrp="1"/>
          </p:cNvSpPr>
          <p:nvPr>
            <p:ph sz="quarter" idx="4"/>
          </p:nvPr>
        </p:nvSpPr>
        <p:spPr>
          <a:xfrm>
            <a:off x="7306574" y="2505075"/>
            <a:ext cx="3347049" cy="3684588"/>
          </a:xfrm>
        </p:spPr>
        <p:txBody>
          <a:bodyPr>
            <a:normAutofit lnSpcReduction="10000"/>
          </a:bodyPr>
          <a:lstStyle/>
          <a:p>
            <a:r>
              <a:rPr lang="en-IN" sz="1800" b="1" dirty="0">
                <a:latin typeface="Baskerville Old Face" panose="02020602080505020303" pitchFamily="18" charset="0"/>
              </a:rPr>
              <a:t>Ride_id  text</a:t>
            </a:r>
          </a:p>
          <a:p>
            <a:r>
              <a:rPr lang="en-IN" sz="1800" b="1" dirty="0" err="1">
                <a:latin typeface="Baskerville Old Face" panose="02020602080505020303" pitchFamily="18" charset="0"/>
              </a:rPr>
              <a:t>User_id</a:t>
            </a:r>
            <a:r>
              <a:rPr lang="en-IN" sz="1800" b="1" dirty="0">
                <a:latin typeface="Baskerville Old Face" panose="02020602080505020303" pitchFamily="18" charset="0"/>
              </a:rPr>
              <a:t> text</a:t>
            </a:r>
          </a:p>
          <a:p>
            <a:r>
              <a:rPr lang="en-IN" sz="1800" b="1" dirty="0" err="1">
                <a:latin typeface="Baskerville Old Face" panose="02020602080505020303" pitchFamily="18" charset="0"/>
              </a:rPr>
              <a:t>Driver_id</a:t>
            </a:r>
            <a:r>
              <a:rPr lang="en-IN" sz="1800" b="1" dirty="0">
                <a:latin typeface="Baskerville Old Face" panose="02020602080505020303" pitchFamily="18" charset="0"/>
              </a:rPr>
              <a:t> text</a:t>
            </a:r>
          </a:p>
          <a:p>
            <a:r>
              <a:rPr lang="en-IN" sz="1800" b="1" dirty="0" err="1">
                <a:latin typeface="Baskerville Old Face" panose="02020602080505020303" pitchFamily="18" charset="0"/>
              </a:rPr>
              <a:t>Pickup_location</a:t>
            </a:r>
            <a:r>
              <a:rPr lang="en-IN" sz="1800" b="1" dirty="0">
                <a:latin typeface="Baskerville Old Face" panose="02020602080505020303" pitchFamily="18" charset="0"/>
              </a:rPr>
              <a:t> text</a:t>
            </a:r>
          </a:p>
          <a:p>
            <a:r>
              <a:rPr lang="en-IN" sz="1800" b="1" dirty="0" err="1">
                <a:latin typeface="Baskerville Old Face" panose="02020602080505020303" pitchFamily="18" charset="0"/>
              </a:rPr>
              <a:t>Drop_location</a:t>
            </a:r>
            <a:r>
              <a:rPr lang="en-IN" sz="1800" b="1" dirty="0">
                <a:latin typeface="Baskerville Old Face" panose="02020602080505020303" pitchFamily="18" charset="0"/>
              </a:rPr>
              <a:t> text</a:t>
            </a:r>
          </a:p>
          <a:p>
            <a:r>
              <a:rPr lang="en-IN" sz="1800" b="1" dirty="0">
                <a:latin typeface="Baskerville Old Face" panose="02020602080505020303" pitchFamily="18" charset="0"/>
              </a:rPr>
              <a:t>Fare  double</a:t>
            </a:r>
          </a:p>
          <a:p>
            <a:r>
              <a:rPr lang="en-IN" sz="1800" b="1" dirty="0" err="1">
                <a:latin typeface="Baskerville Old Face" panose="02020602080505020303" pitchFamily="18" charset="0"/>
              </a:rPr>
              <a:t>Distance_km</a:t>
            </a:r>
            <a:r>
              <a:rPr lang="en-IN" sz="1800" b="1" dirty="0">
                <a:latin typeface="Baskerville Old Face" panose="02020602080505020303" pitchFamily="18" charset="0"/>
              </a:rPr>
              <a:t>  double</a:t>
            </a:r>
          </a:p>
          <a:p>
            <a:r>
              <a:rPr lang="en-IN" sz="1800" b="1" dirty="0" err="1">
                <a:latin typeface="Baskerville Old Face" panose="02020602080505020303" pitchFamily="18" charset="0"/>
              </a:rPr>
              <a:t>Ride_time</a:t>
            </a:r>
            <a:r>
              <a:rPr lang="en-IN" sz="1800" b="1" dirty="0">
                <a:latin typeface="Baskerville Old Face" panose="02020602080505020303" pitchFamily="18" charset="0"/>
              </a:rPr>
              <a:t> text</a:t>
            </a:r>
          </a:p>
          <a:p>
            <a:r>
              <a:rPr lang="en-IN" sz="1800" b="1" dirty="0" err="1">
                <a:latin typeface="Baskerville Old Face" panose="02020602080505020303" pitchFamily="18" charset="0"/>
              </a:rPr>
              <a:t>User_name</a:t>
            </a:r>
            <a:r>
              <a:rPr lang="en-IN" sz="1800" b="1" dirty="0">
                <a:latin typeface="Baskerville Old Face" panose="02020602080505020303" pitchFamily="18" charset="0"/>
              </a:rPr>
              <a:t> text</a:t>
            </a:r>
          </a:p>
          <a:p>
            <a:r>
              <a:rPr lang="en-IN" sz="1800" b="1" dirty="0" err="1">
                <a:latin typeface="Baskerville Old Face" panose="02020602080505020303" pitchFamily="18" charset="0"/>
              </a:rPr>
              <a:t>Driver_name</a:t>
            </a:r>
            <a:r>
              <a:rPr lang="en-IN" sz="1800" b="1" dirty="0">
                <a:latin typeface="Baskerville Old Face" panose="02020602080505020303" pitchFamily="18" charset="0"/>
              </a:rPr>
              <a:t> text </a:t>
            </a:r>
          </a:p>
        </p:txBody>
      </p:sp>
      <p:sp>
        <p:nvSpPr>
          <p:cNvPr id="15" name="Title 1">
            <a:extLst>
              <a:ext uri="{FF2B5EF4-FFF2-40B4-BE49-F238E27FC236}">
                <a16:creationId xmlns:a16="http://schemas.microsoft.com/office/drawing/2014/main" id="{D9EADF58-135A-0ACF-B6FC-308F5AC43B77}"/>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Analysis Table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sp>
        <p:nvSpPr>
          <p:cNvPr id="17" name="Content Placeholder 7">
            <a:extLst>
              <a:ext uri="{FF2B5EF4-FFF2-40B4-BE49-F238E27FC236}">
                <a16:creationId xmlns:a16="http://schemas.microsoft.com/office/drawing/2014/main" id="{B3F0F6B0-EB8D-2AA2-0DCD-0F25C4126D05}"/>
              </a:ext>
            </a:extLst>
          </p:cNvPr>
          <p:cNvSpPr txBox="1">
            <a:spLocks/>
          </p:cNvSpPr>
          <p:nvPr/>
        </p:nvSpPr>
        <p:spPr>
          <a:xfrm>
            <a:off x="4111925" y="2657475"/>
            <a:ext cx="3347049" cy="36845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800" b="1">
                <a:latin typeface="Baskerville Old Face" panose="02020602080505020303" pitchFamily="18" charset="0"/>
              </a:rPr>
              <a:t>Driver_id text</a:t>
            </a:r>
          </a:p>
          <a:p>
            <a:r>
              <a:rPr lang="en-IN" sz="1800" b="1">
                <a:latin typeface="Baskerville Old Face" panose="02020602080505020303" pitchFamily="18" charset="0"/>
              </a:rPr>
              <a:t>Name text</a:t>
            </a:r>
          </a:p>
          <a:p>
            <a:r>
              <a:rPr lang="en-IN" sz="1800" b="1">
                <a:latin typeface="Baskerville Old Face" panose="02020602080505020303" pitchFamily="18" charset="0"/>
              </a:rPr>
              <a:t>Vehical_number text</a:t>
            </a:r>
          </a:p>
          <a:p>
            <a:r>
              <a:rPr lang="en-IN" sz="1800" b="1">
                <a:latin typeface="Baskerville Old Face" panose="02020602080505020303" pitchFamily="18" charset="0"/>
              </a:rPr>
              <a:t>Ratings double</a:t>
            </a:r>
            <a:endParaRPr lang="en-IN" sz="1800" b="1" dirty="0">
              <a:latin typeface="Baskerville Old Face" panose="02020602080505020303" pitchFamily="18" charset="0"/>
            </a:endParaRPr>
          </a:p>
        </p:txBody>
      </p:sp>
      <p:sp>
        <p:nvSpPr>
          <p:cNvPr id="18" name="Text Placeholder 5">
            <a:extLst>
              <a:ext uri="{FF2B5EF4-FFF2-40B4-BE49-F238E27FC236}">
                <a16:creationId xmlns:a16="http://schemas.microsoft.com/office/drawing/2014/main" id="{F0DCB8C2-CDD2-9C05-0EC5-97E48EE3A14C}"/>
              </a:ext>
            </a:extLst>
          </p:cNvPr>
          <p:cNvSpPr txBox="1">
            <a:spLocks/>
          </p:cNvSpPr>
          <p:nvPr/>
        </p:nvSpPr>
        <p:spPr>
          <a:xfrm>
            <a:off x="7079262" y="1681163"/>
            <a:ext cx="3721010"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IN" dirty="0" err="1">
                <a:latin typeface="Baskerville Old Face" panose="02020602080505020303" pitchFamily="18" charset="0"/>
              </a:rPr>
              <a:t>Rapido_rides_with_name</a:t>
            </a:r>
            <a:r>
              <a:rPr lang="en-IN" dirty="0">
                <a:latin typeface="Baskerville Old Face" panose="02020602080505020303" pitchFamily="18" charset="0"/>
              </a:rPr>
              <a:t> 3</a:t>
            </a:r>
          </a:p>
        </p:txBody>
      </p:sp>
    </p:spTree>
    <p:extLst>
      <p:ext uri="{BB962C8B-B14F-4D97-AF65-F5344CB8AC3E}">
        <p14:creationId xmlns:p14="http://schemas.microsoft.com/office/powerpoint/2010/main" val="84376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2AC0C949-7A02-4C95-8017-D82E7E71C4F7}"/>
              </a:ext>
            </a:extLst>
          </p:cNvPr>
          <p:cNvSpPr>
            <a:spLocks noGrp="1"/>
          </p:cNvSpPr>
          <p:nvPr>
            <p:ph type="title"/>
          </p:nvPr>
        </p:nvSpPr>
        <p:spPr/>
        <p:txBody>
          <a:bodyPr/>
          <a:lstStyle/>
          <a:p>
            <a:r>
              <a:rPr lang="en-US" dirty="0"/>
              <a:t>Project analysis slide 5</a:t>
            </a:r>
          </a:p>
        </p:txBody>
      </p:sp>
      <p:sp>
        <p:nvSpPr>
          <p:cNvPr id="5" name="Title 1">
            <a:extLst>
              <a:ext uri="{FF2B5EF4-FFF2-40B4-BE49-F238E27FC236}">
                <a16:creationId xmlns:a16="http://schemas.microsoft.com/office/drawing/2014/main" id="{2B8756B2-6C41-E244-A8EE-8B4D7D58765C}"/>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User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sp>
        <p:nvSpPr>
          <p:cNvPr id="16" name="Rectangle: Rounded Corners 15">
            <a:extLst>
              <a:ext uri="{FF2B5EF4-FFF2-40B4-BE49-F238E27FC236}">
                <a16:creationId xmlns:a16="http://schemas.microsoft.com/office/drawing/2014/main" id="{BCD5E32A-3B23-5644-9B37-18E3775312DD}"/>
              </a:ext>
            </a:extLst>
          </p:cNvPr>
          <p:cNvSpPr/>
          <p:nvPr/>
        </p:nvSpPr>
        <p:spPr>
          <a:xfrm>
            <a:off x="941945" y="1657294"/>
            <a:ext cx="4647971" cy="92200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19" name="Content Placeholder 9">
            <a:extLst>
              <a:ext uri="{FF2B5EF4-FFF2-40B4-BE49-F238E27FC236}">
                <a16:creationId xmlns:a16="http://schemas.microsoft.com/office/drawing/2014/main" id="{DF462BC5-EED4-B923-4CEF-2E4F725E6DD1}"/>
              </a:ext>
            </a:extLst>
          </p:cNvPr>
          <p:cNvPicPr>
            <a:picLocks noGrp="1" noChangeAspect="1"/>
          </p:cNvPicPr>
          <p:nvPr>
            <p:ph sz="half" idx="1"/>
          </p:nvPr>
        </p:nvPicPr>
        <p:blipFill>
          <a:blip r:embed="rId3"/>
          <a:stretch>
            <a:fillRect/>
          </a:stretch>
        </p:blipFill>
        <p:spPr>
          <a:xfrm>
            <a:off x="1101533" y="1727311"/>
            <a:ext cx="4328794" cy="800212"/>
          </a:xfrm>
        </p:spPr>
      </p:pic>
      <p:sp>
        <p:nvSpPr>
          <p:cNvPr id="20" name="Rectangle: Rounded Corners 19">
            <a:extLst>
              <a:ext uri="{FF2B5EF4-FFF2-40B4-BE49-F238E27FC236}">
                <a16:creationId xmlns:a16="http://schemas.microsoft.com/office/drawing/2014/main" id="{1AC8C54D-65C5-C504-7436-2DCA0BF143C0}"/>
              </a:ext>
            </a:extLst>
          </p:cNvPr>
          <p:cNvSpPr/>
          <p:nvPr/>
        </p:nvSpPr>
        <p:spPr>
          <a:xfrm>
            <a:off x="7284320" y="1666415"/>
            <a:ext cx="2299627" cy="92200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21" name="Picture 20">
            <a:extLst>
              <a:ext uri="{FF2B5EF4-FFF2-40B4-BE49-F238E27FC236}">
                <a16:creationId xmlns:a16="http://schemas.microsoft.com/office/drawing/2014/main" id="{A4F03878-64E5-91CC-7672-3CFCA8CBDEC2}"/>
              </a:ext>
            </a:extLst>
          </p:cNvPr>
          <p:cNvPicPr>
            <a:picLocks noChangeAspect="1"/>
          </p:cNvPicPr>
          <p:nvPr/>
        </p:nvPicPr>
        <p:blipFill>
          <a:blip r:embed="rId4"/>
          <a:stretch>
            <a:fillRect/>
          </a:stretch>
        </p:blipFill>
        <p:spPr>
          <a:xfrm>
            <a:off x="7414409" y="1731370"/>
            <a:ext cx="1999059" cy="796153"/>
          </a:xfrm>
          <a:prstGeom prst="rect">
            <a:avLst/>
          </a:prstGeom>
        </p:spPr>
      </p:pic>
      <p:sp>
        <p:nvSpPr>
          <p:cNvPr id="28" name="Rectangle: Rounded Corners 27">
            <a:extLst>
              <a:ext uri="{FF2B5EF4-FFF2-40B4-BE49-F238E27FC236}">
                <a16:creationId xmlns:a16="http://schemas.microsoft.com/office/drawing/2014/main" id="{754E2221-7DFD-4A0B-16EC-C79FB59A1DDA}"/>
              </a:ext>
            </a:extLst>
          </p:cNvPr>
          <p:cNvSpPr/>
          <p:nvPr/>
        </p:nvSpPr>
        <p:spPr>
          <a:xfrm>
            <a:off x="687237" y="3761118"/>
            <a:ext cx="4988944" cy="227514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31" name="Content Placeholder 24">
            <a:extLst>
              <a:ext uri="{FF2B5EF4-FFF2-40B4-BE49-F238E27FC236}">
                <a16:creationId xmlns:a16="http://schemas.microsoft.com/office/drawing/2014/main" id="{424D0ECD-4F9F-E908-1A53-524B85756B5E}"/>
              </a:ext>
            </a:extLst>
          </p:cNvPr>
          <p:cNvPicPr>
            <a:picLocks noGrp="1" noChangeAspect="1"/>
          </p:cNvPicPr>
          <p:nvPr>
            <p:ph sz="half" idx="2"/>
          </p:nvPr>
        </p:nvPicPr>
        <p:blipFill>
          <a:blip r:embed="rId5"/>
          <a:stretch>
            <a:fillRect/>
          </a:stretch>
        </p:blipFill>
        <p:spPr>
          <a:xfrm>
            <a:off x="941945" y="3933707"/>
            <a:ext cx="4493894" cy="1958197"/>
          </a:xfrm>
        </p:spPr>
      </p:pic>
      <p:sp>
        <p:nvSpPr>
          <p:cNvPr id="32" name="Rectangle: Rounded Corners 31">
            <a:extLst>
              <a:ext uri="{FF2B5EF4-FFF2-40B4-BE49-F238E27FC236}">
                <a16:creationId xmlns:a16="http://schemas.microsoft.com/office/drawing/2014/main" id="{19408436-9E04-CD15-FFDF-553A351518F4}"/>
              </a:ext>
            </a:extLst>
          </p:cNvPr>
          <p:cNvSpPr/>
          <p:nvPr/>
        </p:nvSpPr>
        <p:spPr>
          <a:xfrm>
            <a:off x="7244522" y="3623094"/>
            <a:ext cx="2130725" cy="267418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33" name="Picture 32">
            <a:extLst>
              <a:ext uri="{FF2B5EF4-FFF2-40B4-BE49-F238E27FC236}">
                <a16:creationId xmlns:a16="http://schemas.microsoft.com/office/drawing/2014/main" id="{37AE328B-3725-D045-393A-9DAEA0718EF0}"/>
              </a:ext>
            </a:extLst>
          </p:cNvPr>
          <p:cNvPicPr>
            <a:picLocks noChangeAspect="1"/>
          </p:cNvPicPr>
          <p:nvPr/>
        </p:nvPicPr>
        <p:blipFill>
          <a:blip r:embed="rId6"/>
          <a:stretch>
            <a:fillRect/>
          </a:stretch>
        </p:blipFill>
        <p:spPr>
          <a:xfrm>
            <a:off x="7414409" y="3825815"/>
            <a:ext cx="1790950" cy="2261713"/>
          </a:xfrm>
          <a:prstGeom prst="rect">
            <a:avLst/>
          </a:prstGeom>
        </p:spPr>
      </p:pic>
      <p:sp>
        <p:nvSpPr>
          <p:cNvPr id="35" name="Arrow: Right 34">
            <a:extLst>
              <a:ext uri="{FF2B5EF4-FFF2-40B4-BE49-F238E27FC236}">
                <a16:creationId xmlns:a16="http://schemas.microsoft.com/office/drawing/2014/main" id="{802DC0FF-5CBE-AD92-0F5A-2F0AA594B782}"/>
              </a:ext>
            </a:extLst>
          </p:cNvPr>
          <p:cNvSpPr/>
          <p:nvPr/>
        </p:nvSpPr>
        <p:spPr>
          <a:xfrm>
            <a:off x="5848709" y="1975449"/>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Right 35">
            <a:extLst>
              <a:ext uri="{FF2B5EF4-FFF2-40B4-BE49-F238E27FC236}">
                <a16:creationId xmlns:a16="http://schemas.microsoft.com/office/drawing/2014/main" id="{8A1ADC48-22D4-1C21-4AA9-61A97D164CE2}"/>
              </a:ext>
            </a:extLst>
          </p:cNvPr>
          <p:cNvSpPr/>
          <p:nvPr/>
        </p:nvSpPr>
        <p:spPr>
          <a:xfrm>
            <a:off x="5848709" y="4488612"/>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12140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idx="4294967295"/>
          </p:nvPr>
        </p:nvSpPr>
        <p:spPr>
          <a:xfrm>
            <a:off x="0" y="365125"/>
            <a:ext cx="10515600" cy="1325563"/>
          </a:xfrm>
        </p:spPr>
        <p:txBody>
          <a:bodyPr/>
          <a:lstStyle/>
          <a:p>
            <a:r>
              <a:rPr lang="en-US" dirty="0"/>
              <a:t>Project analysis slide 6</a:t>
            </a:r>
          </a:p>
        </p:txBody>
      </p:sp>
      <p:sp>
        <p:nvSpPr>
          <p:cNvPr id="2" name="Rectangle: Rounded Corners 1">
            <a:extLst>
              <a:ext uri="{FF2B5EF4-FFF2-40B4-BE49-F238E27FC236}">
                <a16:creationId xmlns:a16="http://schemas.microsoft.com/office/drawing/2014/main" id="{A2C003AB-D292-CA43-342D-EB51B48B5C5C}"/>
              </a:ext>
            </a:extLst>
          </p:cNvPr>
          <p:cNvSpPr/>
          <p:nvPr/>
        </p:nvSpPr>
        <p:spPr>
          <a:xfrm>
            <a:off x="753371" y="3429000"/>
            <a:ext cx="6518695" cy="253547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BFE4D01A-A9F3-07E9-E18D-DFDDDB872DDB}"/>
              </a:ext>
            </a:extLst>
          </p:cNvPr>
          <p:cNvSpPr/>
          <p:nvPr/>
        </p:nvSpPr>
        <p:spPr>
          <a:xfrm>
            <a:off x="753372" y="821737"/>
            <a:ext cx="6518696" cy="227514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6" name="Picture 5">
            <a:extLst>
              <a:ext uri="{FF2B5EF4-FFF2-40B4-BE49-F238E27FC236}">
                <a16:creationId xmlns:a16="http://schemas.microsoft.com/office/drawing/2014/main" id="{82EF1834-9BE1-E471-F8F9-2F54D674FC00}"/>
              </a:ext>
            </a:extLst>
          </p:cNvPr>
          <p:cNvPicPr>
            <a:picLocks noChangeAspect="1"/>
          </p:cNvPicPr>
          <p:nvPr/>
        </p:nvPicPr>
        <p:blipFill>
          <a:blip r:embed="rId3"/>
          <a:stretch>
            <a:fillRect/>
          </a:stretch>
        </p:blipFill>
        <p:spPr>
          <a:xfrm>
            <a:off x="1050543" y="893523"/>
            <a:ext cx="5924353" cy="2131572"/>
          </a:xfrm>
          <a:prstGeom prst="rect">
            <a:avLst/>
          </a:prstGeom>
        </p:spPr>
      </p:pic>
      <p:sp>
        <p:nvSpPr>
          <p:cNvPr id="12" name="Rectangle: Rounded Corners 11">
            <a:extLst>
              <a:ext uri="{FF2B5EF4-FFF2-40B4-BE49-F238E27FC236}">
                <a16:creationId xmlns:a16="http://schemas.microsoft.com/office/drawing/2014/main" id="{835E88AA-EB76-D425-D216-BF840D25A93F}"/>
              </a:ext>
            </a:extLst>
          </p:cNvPr>
          <p:cNvSpPr/>
          <p:nvPr/>
        </p:nvSpPr>
        <p:spPr>
          <a:xfrm>
            <a:off x="8557404" y="754811"/>
            <a:ext cx="2584053" cy="256635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13" name="Picture 12">
            <a:extLst>
              <a:ext uri="{FF2B5EF4-FFF2-40B4-BE49-F238E27FC236}">
                <a16:creationId xmlns:a16="http://schemas.microsoft.com/office/drawing/2014/main" id="{171881F8-4EF4-FA3D-63C6-F0FF90AD5008}"/>
              </a:ext>
            </a:extLst>
          </p:cNvPr>
          <p:cNvPicPr>
            <a:picLocks noChangeAspect="1"/>
          </p:cNvPicPr>
          <p:nvPr/>
        </p:nvPicPr>
        <p:blipFill>
          <a:blip r:embed="rId4"/>
          <a:stretch>
            <a:fillRect/>
          </a:stretch>
        </p:blipFill>
        <p:spPr>
          <a:xfrm>
            <a:off x="8713559" y="893523"/>
            <a:ext cx="2249357" cy="2295845"/>
          </a:xfrm>
          <a:prstGeom prst="rect">
            <a:avLst/>
          </a:prstGeom>
        </p:spPr>
      </p:pic>
      <p:pic>
        <p:nvPicPr>
          <p:cNvPr id="16" name="Picture 15">
            <a:extLst>
              <a:ext uri="{FF2B5EF4-FFF2-40B4-BE49-F238E27FC236}">
                <a16:creationId xmlns:a16="http://schemas.microsoft.com/office/drawing/2014/main" id="{DA820850-E9F6-A952-60EE-3FE885296676}"/>
              </a:ext>
            </a:extLst>
          </p:cNvPr>
          <p:cNvPicPr>
            <a:picLocks noChangeAspect="1"/>
          </p:cNvPicPr>
          <p:nvPr/>
        </p:nvPicPr>
        <p:blipFill>
          <a:blip r:embed="rId5"/>
          <a:stretch>
            <a:fillRect/>
          </a:stretch>
        </p:blipFill>
        <p:spPr>
          <a:xfrm>
            <a:off x="987079" y="3519576"/>
            <a:ext cx="5987818" cy="2372265"/>
          </a:xfrm>
          <a:prstGeom prst="rect">
            <a:avLst/>
          </a:prstGeom>
        </p:spPr>
      </p:pic>
      <p:sp>
        <p:nvSpPr>
          <p:cNvPr id="17" name="Rectangle: Rounded Corners 16">
            <a:extLst>
              <a:ext uri="{FF2B5EF4-FFF2-40B4-BE49-F238E27FC236}">
                <a16:creationId xmlns:a16="http://schemas.microsoft.com/office/drawing/2014/main" id="{378D11DD-C3F9-E6DF-A7C9-D6A2A4B02B5A}"/>
              </a:ext>
            </a:extLst>
          </p:cNvPr>
          <p:cNvSpPr/>
          <p:nvPr/>
        </p:nvSpPr>
        <p:spPr>
          <a:xfrm>
            <a:off x="8546210" y="3459882"/>
            <a:ext cx="2584053" cy="256635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19" name="Picture 18">
            <a:extLst>
              <a:ext uri="{FF2B5EF4-FFF2-40B4-BE49-F238E27FC236}">
                <a16:creationId xmlns:a16="http://schemas.microsoft.com/office/drawing/2014/main" id="{F0851F62-DB21-ED70-28E7-9D677EABE28E}"/>
              </a:ext>
            </a:extLst>
          </p:cNvPr>
          <p:cNvPicPr>
            <a:picLocks noChangeAspect="1"/>
          </p:cNvPicPr>
          <p:nvPr/>
        </p:nvPicPr>
        <p:blipFill>
          <a:blip r:embed="rId6"/>
          <a:stretch>
            <a:fillRect/>
          </a:stretch>
        </p:blipFill>
        <p:spPr>
          <a:xfrm>
            <a:off x="8713559" y="3588590"/>
            <a:ext cx="2249357" cy="2303252"/>
          </a:xfrm>
          <a:prstGeom prst="rect">
            <a:avLst/>
          </a:prstGeom>
        </p:spPr>
      </p:pic>
      <p:sp>
        <p:nvSpPr>
          <p:cNvPr id="20" name="Arrow: Right 19">
            <a:extLst>
              <a:ext uri="{FF2B5EF4-FFF2-40B4-BE49-F238E27FC236}">
                <a16:creationId xmlns:a16="http://schemas.microsoft.com/office/drawing/2014/main" id="{7F8CCD1A-8D5F-8943-8B2D-B02390343618}"/>
              </a:ext>
            </a:extLst>
          </p:cNvPr>
          <p:cNvSpPr/>
          <p:nvPr/>
        </p:nvSpPr>
        <p:spPr>
          <a:xfrm>
            <a:off x="7474788" y="1838539"/>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116B2FD6-8B36-0372-ED09-75FD1A6CF42A}"/>
              </a:ext>
            </a:extLst>
          </p:cNvPr>
          <p:cNvSpPr/>
          <p:nvPr/>
        </p:nvSpPr>
        <p:spPr>
          <a:xfrm>
            <a:off x="7474788" y="4455198"/>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87579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D33B6BF4-2C08-4464-A4ED-A7F5F991F0BF}"/>
              </a:ext>
            </a:extLst>
          </p:cNvPr>
          <p:cNvSpPr>
            <a:spLocks noGrp="1"/>
          </p:cNvSpPr>
          <p:nvPr>
            <p:ph type="title"/>
          </p:nvPr>
        </p:nvSpPr>
        <p:spPr/>
        <p:txBody>
          <a:bodyPr/>
          <a:lstStyle/>
          <a:p>
            <a:r>
              <a:rPr lang="en-US" dirty="0"/>
              <a:t>Project analysis slide 7</a:t>
            </a:r>
          </a:p>
        </p:txBody>
      </p:sp>
      <p:sp>
        <p:nvSpPr>
          <p:cNvPr id="2" name="Title 1">
            <a:extLst>
              <a:ext uri="{FF2B5EF4-FFF2-40B4-BE49-F238E27FC236}">
                <a16:creationId xmlns:a16="http://schemas.microsoft.com/office/drawing/2014/main" id="{A32B99E0-1C7D-5B99-EF29-FCEAB498AD49}"/>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Driver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sp>
        <p:nvSpPr>
          <p:cNvPr id="3" name="Rectangle: Rounded Corners 2">
            <a:extLst>
              <a:ext uri="{FF2B5EF4-FFF2-40B4-BE49-F238E27FC236}">
                <a16:creationId xmlns:a16="http://schemas.microsoft.com/office/drawing/2014/main" id="{2CB5E76F-B8F5-1E90-9B80-E3A2D47578FF}"/>
              </a:ext>
            </a:extLst>
          </p:cNvPr>
          <p:cNvSpPr/>
          <p:nvPr/>
        </p:nvSpPr>
        <p:spPr>
          <a:xfrm>
            <a:off x="460074" y="1153856"/>
            <a:ext cx="5725066" cy="136505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F43C4946-3E92-06C2-EAE7-52439D0DA019}"/>
              </a:ext>
            </a:extLst>
          </p:cNvPr>
          <p:cNvSpPr/>
          <p:nvPr/>
        </p:nvSpPr>
        <p:spPr>
          <a:xfrm>
            <a:off x="7899638" y="3773268"/>
            <a:ext cx="3955213" cy="227514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0D5F48B1-7843-E207-5E47-60E6CB9B8A2A}"/>
              </a:ext>
            </a:extLst>
          </p:cNvPr>
          <p:cNvSpPr/>
          <p:nvPr/>
        </p:nvSpPr>
        <p:spPr>
          <a:xfrm>
            <a:off x="8048445" y="1284030"/>
            <a:ext cx="2096219" cy="10869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2ABDE618-347A-9057-853D-A478786531C1}"/>
              </a:ext>
            </a:extLst>
          </p:cNvPr>
          <p:cNvSpPr/>
          <p:nvPr/>
        </p:nvSpPr>
        <p:spPr>
          <a:xfrm>
            <a:off x="439948" y="3775819"/>
            <a:ext cx="6518696" cy="227514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13" name="Picture 12">
            <a:extLst>
              <a:ext uri="{FF2B5EF4-FFF2-40B4-BE49-F238E27FC236}">
                <a16:creationId xmlns:a16="http://schemas.microsoft.com/office/drawing/2014/main" id="{C8148066-2701-C527-F7D4-B61805CB27A1}"/>
              </a:ext>
            </a:extLst>
          </p:cNvPr>
          <p:cNvPicPr>
            <a:picLocks noChangeAspect="1"/>
          </p:cNvPicPr>
          <p:nvPr/>
        </p:nvPicPr>
        <p:blipFill>
          <a:blip r:embed="rId3"/>
          <a:stretch>
            <a:fillRect/>
          </a:stretch>
        </p:blipFill>
        <p:spPr>
          <a:xfrm>
            <a:off x="581676" y="1284030"/>
            <a:ext cx="5338092" cy="1086928"/>
          </a:xfrm>
          <a:prstGeom prst="rect">
            <a:avLst/>
          </a:prstGeom>
        </p:spPr>
      </p:pic>
      <p:pic>
        <p:nvPicPr>
          <p:cNvPr id="16" name="Picture 15">
            <a:extLst>
              <a:ext uri="{FF2B5EF4-FFF2-40B4-BE49-F238E27FC236}">
                <a16:creationId xmlns:a16="http://schemas.microsoft.com/office/drawing/2014/main" id="{EE341664-A234-03B3-31FC-1FD0FC5322DB}"/>
              </a:ext>
            </a:extLst>
          </p:cNvPr>
          <p:cNvPicPr>
            <a:picLocks noChangeAspect="1"/>
          </p:cNvPicPr>
          <p:nvPr/>
        </p:nvPicPr>
        <p:blipFill>
          <a:blip r:embed="rId4"/>
          <a:stretch>
            <a:fillRect/>
          </a:stretch>
        </p:blipFill>
        <p:spPr>
          <a:xfrm>
            <a:off x="8330705" y="1485774"/>
            <a:ext cx="1546540" cy="626039"/>
          </a:xfrm>
          <a:prstGeom prst="rect">
            <a:avLst/>
          </a:prstGeom>
        </p:spPr>
      </p:pic>
      <p:pic>
        <p:nvPicPr>
          <p:cNvPr id="18" name="Picture 17">
            <a:extLst>
              <a:ext uri="{FF2B5EF4-FFF2-40B4-BE49-F238E27FC236}">
                <a16:creationId xmlns:a16="http://schemas.microsoft.com/office/drawing/2014/main" id="{BE676B14-6233-77C1-BFB7-7BE0BA3C96BE}"/>
              </a:ext>
            </a:extLst>
          </p:cNvPr>
          <p:cNvPicPr>
            <a:picLocks noChangeAspect="1"/>
          </p:cNvPicPr>
          <p:nvPr/>
        </p:nvPicPr>
        <p:blipFill>
          <a:blip r:embed="rId5"/>
          <a:stretch>
            <a:fillRect/>
          </a:stretch>
        </p:blipFill>
        <p:spPr>
          <a:xfrm>
            <a:off x="581676" y="3946754"/>
            <a:ext cx="6235239" cy="1953714"/>
          </a:xfrm>
          <a:prstGeom prst="rect">
            <a:avLst/>
          </a:prstGeom>
        </p:spPr>
      </p:pic>
      <p:pic>
        <p:nvPicPr>
          <p:cNvPr id="20" name="Picture 19">
            <a:extLst>
              <a:ext uri="{FF2B5EF4-FFF2-40B4-BE49-F238E27FC236}">
                <a16:creationId xmlns:a16="http://schemas.microsoft.com/office/drawing/2014/main" id="{08501409-B36C-7E22-19D1-3AC195F56A88}"/>
              </a:ext>
            </a:extLst>
          </p:cNvPr>
          <p:cNvPicPr>
            <a:picLocks noChangeAspect="1"/>
          </p:cNvPicPr>
          <p:nvPr/>
        </p:nvPicPr>
        <p:blipFill>
          <a:blip r:embed="rId6"/>
          <a:stretch>
            <a:fillRect/>
          </a:stretch>
        </p:blipFill>
        <p:spPr>
          <a:xfrm>
            <a:off x="8048445" y="3946754"/>
            <a:ext cx="3497230" cy="1953714"/>
          </a:xfrm>
          <a:prstGeom prst="rect">
            <a:avLst/>
          </a:prstGeom>
        </p:spPr>
      </p:pic>
      <p:sp>
        <p:nvSpPr>
          <p:cNvPr id="21" name="Arrow: Right 20">
            <a:extLst>
              <a:ext uri="{FF2B5EF4-FFF2-40B4-BE49-F238E27FC236}">
                <a16:creationId xmlns:a16="http://schemas.microsoft.com/office/drawing/2014/main" id="{569BCDAC-0727-B801-2982-ED365BD64D9A}"/>
              </a:ext>
            </a:extLst>
          </p:cNvPr>
          <p:cNvSpPr/>
          <p:nvPr/>
        </p:nvSpPr>
        <p:spPr>
          <a:xfrm>
            <a:off x="6587473" y="1706724"/>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295FF606-17EA-319C-6620-C036B68C4917}"/>
              </a:ext>
            </a:extLst>
          </p:cNvPr>
          <p:cNvSpPr/>
          <p:nvPr/>
        </p:nvSpPr>
        <p:spPr>
          <a:xfrm>
            <a:off x="7030605" y="4788966"/>
            <a:ext cx="750076"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75445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A588A72A-976E-478A-9DD3-765AB3ED4CD0}"/>
              </a:ext>
            </a:extLst>
          </p:cNvPr>
          <p:cNvSpPr>
            <a:spLocks noGrp="1"/>
          </p:cNvSpPr>
          <p:nvPr>
            <p:ph type="title" idx="4294967295"/>
          </p:nvPr>
        </p:nvSpPr>
        <p:spPr>
          <a:xfrm>
            <a:off x="0" y="365125"/>
            <a:ext cx="10515600" cy="1325563"/>
          </a:xfrm>
        </p:spPr>
        <p:txBody>
          <a:bodyPr/>
          <a:lstStyle/>
          <a:p>
            <a:r>
              <a:rPr lang="en-US" dirty="0"/>
              <a:t>Project analysis slide 8</a:t>
            </a:r>
          </a:p>
        </p:txBody>
      </p:sp>
      <p:sp>
        <p:nvSpPr>
          <p:cNvPr id="3" name="Rectangle: Rounded Corners 2">
            <a:extLst>
              <a:ext uri="{FF2B5EF4-FFF2-40B4-BE49-F238E27FC236}">
                <a16:creationId xmlns:a16="http://schemas.microsoft.com/office/drawing/2014/main" id="{BC2FB477-2B13-1816-AED6-DC81CDC0244B}"/>
              </a:ext>
            </a:extLst>
          </p:cNvPr>
          <p:cNvSpPr/>
          <p:nvPr/>
        </p:nvSpPr>
        <p:spPr>
          <a:xfrm>
            <a:off x="362309" y="3655049"/>
            <a:ext cx="6518696" cy="227514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15C4A2D2-7635-63C4-F08E-330E6588E2AA}"/>
              </a:ext>
            </a:extLst>
          </p:cNvPr>
          <p:cNvSpPr/>
          <p:nvPr/>
        </p:nvSpPr>
        <p:spPr>
          <a:xfrm>
            <a:off x="8091577" y="3655049"/>
            <a:ext cx="3071004" cy="260173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EBB995B-42A0-B274-0145-FA6AF1B114A0}"/>
              </a:ext>
            </a:extLst>
          </p:cNvPr>
          <p:cNvSpPr/>
          <p:nvPr/>
        </p:nvSpPr>
        <p:spPr>
          <a:xfrm>
            <a:off x="7496355" y="306482"/>
            <a:ext cx="3666226" cy="260173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7CF76B62-CE5A-4B18-EC2A-5C0115823DD5}"/>
              </a:ext>
            </a:extLst>
          </p:cNvPr>
          <p:cNvSpPr/>
          <p:nvPr/>
        </p:nvSpPr>
        <p:spPr>
          <a:xfrm>
            <a:off x="362308" y="560717"/>
            <a:ext cx="5909038" cy="193231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12" name="Picture 11">
            <a:extLst>
              <a:ext uri="{FF2B5EF4-FFF2-40B4-BE49-F238E27FC236}">
                <a16:creationId xmlns:a16="http://schemas.microsoft.com/office/drawing/2014/main" id="{95AC68C3-64E6-C909-D7B0-613E28F67C53}"/>
              </a:ext>
            </a:extLst>
          </p:cNvPr>
          <p:cNvPicPr>
            <a:picLocks noChangeAspect="1"/>
          </p:cNvPicPr>
          <p:nvPr/>
        </p:nvPicPr>
        <p:blipFill>
          <a:blip r:embed="rId3"/>
          <a:stretch>
            <a:fillRect/>
          </a:stretch>
        </p:blipFill>
        <p:spPr>
          <a:xfrm>
            <a:off x="501797" y="807036"/>
            <a:ext cx="5630061" cy="1448002"/>
          </a:xfrm>
          <a:prstGeom prst="rect">
            <a:avLst/>
          </a:prstGeom>
        </p:spPr>
      </p:pic>
      <p:pic>
        <p:nvPicPr>
          <p:cNvPr id="15" name="Picture 14">
            <a:extLst>
              <a:ext uri="{FF2B5EF4-FFF2-40B4-BE49-F238E27FC236}">
                <a16:creationId xmlns:a16="http://schemas.microsoft.com/office/drawing/2014/main" id="{630EF682-CD5E-05D3-0BD1-A9BED75587AC}"/>
              </a:ext>
            </a:extLst>
          </p:cNvPr>
          <p:cNvPicPr>
            <a:picLocks noChangeAspect="1"/>
          </p:cNvPicPr>
          <p:nvPr/>
        </p:nvPicPr>
        <p:blipFill>
          <a:blip r:embed="rId4"/>
          <a:stretch>
            <a:fillRect/>
          </a:stretch>
        </p:blipFill>
        <p:spPr>
          <a:xfrm>
            <a:off x="7771913" y="449900"/>
            <a:ext cx="3115110" cy="2314898"/>
          </a:xfrm>
          <a:prstGeom prst="rect">
            <a:avLst/>
          </a:prstGeom>
        </p:spPr>
      </p:pic>
      <p:pic>
        <p:nvPicPr>
          <p:cNvPr id="17" name="Picture 16">
            <a:extLst>
              <a:ext uri="{FF2B5EF4-FFF2-40B4-BE49-F238E27FC236}">
                <a16:creationId xmlns:a16="http://schemas.microsoft.com/office/drawing/2014/main" id="{7F306C7A-40BB-B854-DC4D-9F506DB8ED77}"/>
              </a:ext>
            </a:extLst>
          </p:cNvPr>
          <p:cNvPicPr>
            <a:picLocks noChangeAspect="1"/>
          </p:cNvPicPr>
          <p:nvPr/>
        </p:nvPicPr>
        <p:blipFill>
          <a:blip r:embed="rId5"/>
          <a:stretch>
            <a:fillRect/>
          </a:stretch>
        </p:blipFill>
        <p:spPr>
          <a:xfrm>
            <a:off x="501797" y="3848818"/>
            <a:ext cx="6114663" cy="1965386"/>
          </a:xfrm>
          <a:prstGeom prst="rect">
            <a:avLst/>
          </a:prstGeom>
        </p:spPr>
      </p:pic>
      <p:pic>
        <p:nvPicPr>
          <p:cNvPr id="19" name="Picture 18">
            <a:extLst>
              <a:ext uri="{FF2B5EF4-FFF2-40B4-BE49-F238E27FC236}">
                <a16:creationId xmlns:a16="http://schemas.microsoft.com/office/drawing/2014/main" id="{24FF993B-D72F-DDA2-070D-244FE7BF2A25}"/>
              </a:ext>
            </a:extLst>
          </p:cNvPr>
          <p:cNvPicPr>
            <a:picLocks noChangeAspect="1"/>
          </p:cNvPicPr>
          <p:nvPr/>
        </p:nvPicPr>
        <p:blipFill>
          <a:blip r:embed="rId6"/>
          <a:stretch>
            <a:fillRect/>
          </a:stretch>
        </p:blipFill>
        <p:spPr>
          <a:xfrm>
            <a:off x="8343493" y="3848818"/>
            <a:ext cx="2543530" cy="2257740"/>
          </a:xfrm>
          <a:prstGeom prst="rect">
            <a:avLst/>
          </a:prstGeom>
        </p:spPr>
      </p:pic>
      <p:sp>
        <p:nvSpPr>
          <p:cNvPr id="20" name="Arrow: Right 19">
            <a:extLst>
              <a:ext uri="{FF2B5EF4-FFF2-40B4-BE49-F238E27FC236}">
                <a16:creationId xmlns:a16="http://schemas.microsoft.com/office/drawing/2014/main" id="{3454E098-B85A-E0BE-428B-71141C0FFF46}"/>
              </a:ext>
            </a:extLst>
          </p:cNvPr>
          <p:cNvSpPr/>
          <p:nvPr/>
        </p:nvSpPr>
        <p:spPr>
          <a:xfrm>
            <a:off x="6473864" y="1486579"/>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35D79AC2-76D8-0057-09FF-A2C98497B36E}"/>
              </a:ext>
            </a:extLst>
          </p:cNvPr>
          <p:cNvSpPr/>
          <p:nvPr/>
        </p:nvSpPr>
        <p:spPr>
          <a:xfrm>
            <a:off x="7085724" y="4554160"/>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2736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7C70995F-D8C5-410A-AA8B-1EE172A29454}"/>
              </a:ext>
            </a:extLst>
          </p:cNvPr>
          <p:cNvSpPr>
            <a:spLocks noGrp="1"/>
          </p:cNvSpPr>
          <p:nvPr>
            <p:ph type="title" idx="4294967295"/>
          </p:nvPr>
        </p:nvSpPr>
        <p:spPr>
          <a:xfrm>
            <a:off x="0" y="365125"/>
            <a:ext cx="10515600" cy="1325563"/>
          </a:xfrm>
        </p:spPr>
        <p:txBody>
          <a:bodyPr/>
          <a:lstStyle/>
          <a:p>
            <a:r>
              <a:rPr lang="en-US" dirty="0"/>
              <a:t>Project analysis slide 10</a:t>
            </a:r>
          </a:p>
        </p:txBody>
      </p:sp>
      <p:sp>
        <p:nvSpPr>
          <p:cNvPr id="2" name="Title 1">
            <a:extLst>
              <a:ext uri="{FF2B5EF4-FFF2-40B4-BE49-F238E27FC236}">
                <a16:creationId xmlns:a16="http://schemas.microsoft.com/office/drawing/2014/main" id="{D6C8711A-E15B-B08E-11F2-22C7CE02A660}"/>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Revenue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sp>
        <p:nvSpPr>
          <p:cNvPr id="3" name="Rectangle: Rounded Corners 2">
            <a:extLst>
              <a:ext uri="{FF2B5EF4-FFF2-40B4-BE49-F238E27FC236}">
                <a16:creationId xmlns:a16="http://schemas.microsoft.com/office/drawing/2014/main" id="{90186054-BEF7-BC58-565D-2700288D571E}"/>
              </a:ext>
            </a:extLst>
          </p:cNvPr>
          <p:cNvSpPr/>
          <p:nvPr/>
        </p:nvSpPr>
        <p:spPr>
          <a:xfrm>
            <a:off x="460074" y="1153856"/>
            <a:ext cx="5725066" cy="136505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7793D0C-F925-426A-BC79-C4D0DCFD1F33}"/>
              </a:ext>
            </a:extLst>
          </p:cNvPr>
          <p:cNvSpPr/>
          <p:nvPr/>
        </p:nvSpPr>
        <p:spPr>
          <a:xfrm>
            <a:off x="8246852" y="1153854"/>
            <a:ext cx="2242869" cy="116221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BAFE8587-7A0E-CFAA-EEA7-36A993F7C425}"/>
              </a:ext>
            </a:extLst>
          </p:cNvPr>
          <p:cNvSpPr/>
          <p:nvPr/>
        </p:nvSpPr>
        <p:spPr>
          <a:xfrm>
            <a:off x="8246852" y="3429000"/>
            <a:ext cx="3001993" cy="199818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CA869CE8-5575-E1CB-7B14-6CF9F999BB67}"/>
              </a:ext>
            </a:extLst>
          </p:cNvPr>
          <p:cNvSpPr/>
          <p:nvPr/>
        </p:nvSpPr>
        <p:spPr>
          <a:xfrm>
            <a:off x="460074" y="3379325"/>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27" name="Picture 26">
            <a:extLst>
              <a:ext uri="{FF2B5EF4-FFF2-40B4-BE49-F238E27FC236}">
                <a16:creationId xmlns:a16="http://schemas.microsoft.com/office/drawing/2014/main" id="{65E2FE38-43EE-79A3-B5B6-E5F32397ABFE}"/>
              </a:ext>
            </a:extLst>
          </p:cNvPr>
          <p:cNvPicPr>
            <a:picLocks noChangeAspect="1"/>
          </p:cNvPicPr>
          <p:nvPr/>
        </p:nvPicPr>
        <p:blipFill>
          <a:blip r:embed="rId3"/>
          <a:stretch>
            <a:fillRect/>
          </a:stretch>
        </p:blipFill>
        <p:spPr>
          <a:xfrm>
            <a:off x="645708" y="1255278"/>
            <a:ext cx="5353797" cy="1162212"/>
          </a:xfrm>
          <a:prstGeom prst="rect">
            <a:avLst/>
          </a:prstGeom>
        </p:spPr>
      </p:pic>
      <p:pic>
        <p:nvPicPr>
          <p:cNvPr id="29" name="Picture 28">
            <a:extLst>
              <a:ext uri="{FF2B5EF4-FFF2-40B4-BE49-F238E27FC236}">
                <a16:creationId xmlns:a16="http://schemas.microsoft.com/office/drawing/2014/main" id="{E5296323-6418-CB5D-EFDF-D4693754B331}"/>
              </a:ext>
            </a:extLst>
          </p:cNvPr>
          <p:cNvPicPr>
            <a:picLocks noChangeAspect="1"/>
          </p:cNvPicPr>
          <p:nvPr/>
        </p:nvPicPr>
        <p:blipFill>
          <a:blip r:embed="rId4"/>
          <a:stretch>
            <a:fillRect/>
          </a:stretch>
        </p:blipFill>
        <p:spPr>
          <a:xfrm>
            <a:off x="8370497" y="1281898"/>
            <a:ext cx="1686160" cy="883301"/>
          </a:xfrm>
          <a:prstGeom prst="rect">
            <a:avLst/>
          </a:prstGeom>
        </p:spPr>
      </p:pic>
      <p:pic>
        <p:nvPicPr>
          <p:cNvPr id="31" name="Picture 30">
            <a:extLst>
              <a:ext uri="{FF2B5EF4-FFF2-40B4-BE49-F238E27FC236}">
                <a16:creationId xmlns:a16="http://schemas.microsoft.com/office/drawing/2014/main" id="{329AA9BE-66E4-2DBE-09A8-85317171B0FB}"/>
              </a:ext>
            </a:extLst>
          </p:cNvPr>
          <p:cNvPicPr>
            <a:picLocks noChangeAspect="1"/>
          </p:cNvPicPr>
          <p:nvPr/>
        </p:nvPicPr>
        <p:blipFill>
          <a:blip r:embed="rId5"/>
          <a:stretch>
            <a:fillRect/>
          </a:stretch>
        </p:blipFill>
        <p:spPr>
          <a:xfrm>
            <a:off x="622087" y="3484405"/>
            <a:ext cx="6145785" cy="2067213"/>
          </a:xfrm>
          <a:prstGeom prst="rect">
            <a:avLst/>
          </a:prstGeom>
        </p:spPr>
      </p:pic>
      <p:pic>
        <p:nvPicPr>
          <p:cNvPr id="33" name="Picture 32">
            <a:extLst>
              <a:ext uri="{FF2B5EF4-FFF2-40B4-BE49-F238E27FC236}">
                <a16:creationId xmlns:a16="http://schemas.microsoft.com/office/drawing/2014/main" id="{8C77BEAB-350E-D0AC-6D8F-57102A528725}"/>
              </a:ext>
            </a:extLst>
          </p:cNvPr>
          <p:cNvPicPr>
            <a:picLocks noChangeAspect="1"/>
          </p:cNvPicPr>
          <p:nvPr/>
        </p:nvPicPr>
        <p:blipFill>
          <a:blip r:embed="rId6"/>
          <a:stretch>
            <a:fillRect/>
          </a:stretch>
        </p:blipFill>
        <p:spPr>
          <a:xfrm>
            <a:off x="8370497" y="3535509"/>
            <a:ext cx="2754702" cy="1791775"/>
          </a:xfrm>
          <a:prstGeom prst="rect">
            <a:avLst/>
          </a:prstGeom>
        </p:spPr>
      </p:pic>
      <p:sp>
        <p:nvSpPr>
          <p:cNvPr id="34" name="Arrow: Right 33">
            <a:extLst>
              <a:ext uri="{FF2B5EF4-FFF2-40B4-BE49-F238E27FC236}">
                <a16:creationId xmlns:a16="http://schemas.microsoft.com/office/drawing/2014/main" id="{9D35D22A-F286-F37D-37E9-34BC290DFEAB}"/>
              </a:ext>
            </a:extLst>
          </p:cNvPr>
          <p:cNvSpPr/>
          <p:nvPr/>
        </p:nvSpPr>
        <p:spPr>
          <a:xfrm>
            <a:off x="6865187" y="1614190"/>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5247E28D-8012-6C3F-E460-03275D9721D4}"/>
              </a:ext>
            </a:extLst>
          </p:cNvPr>
          <p:cNvSpPr/>
          <p:nvPr/>
        </p:nvSpPr>
        <p:spPr>
          <a:xfrm>
            <a:off x="7204942" y="4262054"/>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61713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D0CE739-F27F-91D8-C58C-77C5FB7E6343}"/>
              </a:ext>
            </a:extLst>
          </p:cNvPr>
          <p:cNvSpPr/>
          <p:nvPr/>
        </p:nvSpPr>
        <p:spPr>
          <a:xfrm>
            <a:off x="307675" y="3459501"/>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BD62465F-1310-4FFB-403C-45E31B4413D3}"/>
              </a:ext>
            </a:extLst>
          </p:cNvPr>
          <p:cNvSpPr/>
          <p:nvPr/>
        </p:nvSpPr>
        <p:spPr>
          <a:xfrm>
            <a:off x="8220973" y="3459501"/>
            <a:ext cx="3079632" cy="242371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159D33C2-B01C-3AB5-D070-6521D5AABDDE}"/>
              </a:ext>
            </a:extLst>
          </p:cNvPr>
          <p:cNvSpPr/>
          <p:nvPr/>
        </p:nvSpPr>
        <p:spPr>
          <a:xfrm>
            <a:off x="8220973" y="276045"/>
            <a:ext cx="3079631" cy="263903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71DFC366-801A-A25F-4299-E38B16293513}"/>
              </a:ext>
            </a:extLst>
          </p:cNvPr>
          <p:cNvSpPr/>
          <p:nvPr/>
        </p:nvSpPr>
        <p:spPr>
          <a:xfrm>
            <a:off x="261667" y="385959"/>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7" name="Picture 6">
            <a:extLst>
              <a:ext uri="{FF2B5EF4-FFF2-40B4-BE49-F238E27FC236}">
                <a16:creationId xmlns:a16="http://schemas.microsoft.com/office/drawing/2014/main" id="{5DD2EE11-0C92-5CC1-C0FA-83A9D6FAA36E}"/>
              </a:ext>
            </a:extLst>
          </p:cNvPr>
          <p:cNvPicPr>
            <a:picLocks noChangeAspect="1"/>
          </p:cNvPicPr>
          <p:nvPr/>
        </p:nvPicPr>
        <p:blipFill>
          <a:blip r:embed="rId2"/>
          <a:stretch>
            <a:fillRect/>
          </a:stretch>
        </p:blipFill>
        <p:spPr>
          <a:xfrm>
            <a:off x="494956" y="471986"/>
            <a:ext cx="6009362" cy="2105319"/>
          </a:xfrm>
          <a:prstGeom prst="rect">
            <a:avLst/>
          </a:prstGeom>
        </p:spPr>
      </p:pic>
      <p:pic>
        <p:nvPicPr>
          <p:cNvPr id="9" name="Picture 8">
            <a:extLst>
              <a:ext uri="{FF2B5EF4-FFF2-40B4-BE49-F238E27FC236}">
                <a16:creationId xmlns:a16="http://schemas.microsoft.com/office/drawing/2014/main" id="{D6D374E5-6C7B-9458-C327-E6694CC26C05}"/>
              </a:ext>
            </a:extLst>
          </p:cNvPr>
          <p:cNvPicPr>
            <a:picLocks noChangeAspect="1"/>
          </p:cNvPicPr>
          <p:nvPr/>
        </p:nvPicPr>
        <p:blipFill>
          <a:blip r:embed="rId3"/>
          <a:stretch>
            <a:fillRect/>
          </a:stretch>
        </p:blipFill>
        <p:spPr>
          <a:xfrm>
            <a:off x="8485698" y="409536"/>
            <a:ext cx="2553056" cy="2372056"/>
          </a:xfrm>
          <a:prstGeom prst="rect">
            <a:avLst/>
          </a:prstGeom>
        </p:spPr>
      </p:pic>
      <p:pic>
        <p:nvPicPr>
          <p:cNvPr id="11" name="Picture 10">
            <a:extLst>
              <a:ext uri="{FF2B5EF4-FFF2-40B4-BE49-F238E27FC236}">
                <a16:creationId xmlns:a16="http://schemas.microsoft.com/office/drawing/2014/main" id="{757A568D-88EE-D721-E8FF-FE2F516E035F}"/>
              </a:ext>
            </a:extLst>
          </p:cNvPr>
          <p:cNvPicPr>
            <a:picLocks noChangeAspect="1"/>
          </p:cNvPicPr>
          <p:nvPr/>
        </p:nvPicPr>
        <p:blipFill>
          <a:blip r:embed="rId4"/>
          <a:stretch>
            <a:fillRect/>
          </a:stretch>
        </p:blipFill>
        <p:spPr>
          <a:xfrm>
            <a:off x="537900" y="3566304"/>
            <a:ext cx="6009362" cy="2010056"/>
          </a:xfrm>
          <a:prstGeom prst="rect">
            <a:avLst/>
          </a:prstGeom>
        </p:spPr>
      </p:pic>
      <p:pic>
        <p:nvPicPr>
          <p:cNvPr id="13" name="Picture 12">
            <a:extLst>
              <a:ext uri="{FF2B5EF4-FFF2-40B4-BE49-F238E27FC236}">
                <a16:creationId xmlns:a16="http://schemas.microsoft.com/office/drawing/2014/main" id="{BEE028F4-42DD-3158-C92A-3283DDF111E0}"/>
              </a:ext>
            </a:extLst>
          </p:cNvPr>
          <p:cNvPicPr>
            <a:picLocks noChangeAspect="1"/>
          </p:cNvPicPr>
          <p:nvPr/>
        </p:nvPicPr>
        <p:blipFill>
          <a:blip r:embed="rId5"/>
          <a:stretch>
            <a:fillRect/>
          </a:stretch>
        </p:blipFill>
        <p:spPr>
          <a:xfrm>
            <a:off x="8485698" y="3566304"/>
            <a:ext cx="2591162" cy="2210108"/>
          </a:xfrm>
          <a:prstGeom prst="rect">
            <a:avLst/>
          </a:prstGeom>
        </p:spPr>
      </p:pic>
      <p:sp>
        <p:nvSpPr>
          <p:cNvPr id="14" name="Arrow: Right 13">
            <a:extLst>
              <a:ext uri="{FF2B5EF4-FFF2-40B4-BE49-F238E27FC236}">
                <a16:creationId xmlns:a16="http://schemas.microsoft.com/office/drawing/2014/main" id="{546D7271-CB60-15BF-504E-4DEABB4F2821}"/>
              </a:ext>
            </a:extLst>
          </p:cNvPr>
          <p:cNvSpPr/>
          <p:nvPr/>
        </p:nvSpPr>
        <p:spPr>
          <a:xfrm>
            <a:off x="7048958" y="1403875"/>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ABD2448C-8B0C-413F-6F3D-BF0260CCD344}"/>
              </a:ext>
            </a:extLst>
          </p:cNvPr>
          <p:cNvSpPr/>
          <p:nvPr/>
        </p:nvSpPr>
        <p:spPr>
          <a:xfrm>
            <a:off x="7042213" y="4429818"/>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61180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9ADF8D-85BA-3895-1EF6-5E94C38D111C}"/>
              </a:ext>
            </a:extLst>
          </p:cNvPr>
          <p:cNvSpPr/>
          <p:nvPr/>
        </p:nvSpPr>
        <p:spPr>
          <a:xfrm>
            <a:off x="8117457" y="966097"/>
            <a:ext cx="3381554" cy="246290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B670ED89-9E70-47BF-D7FE-505ADCD328C1}"/>
              </a:ext>
            </a:extLst>
          </p:cNvPr>
          <p:cNvSpPr/>
          <p:nvPr/>
        </p:nvSpPr>
        <p:spPr>
          <a:xfrm>
            <a:off x="8117458" y="4052186"/>
            <a:ext cx="3381553" cy="193454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E9BBB281-B392-25D6-796E-95EBCF62B5EC}"/>
              </a:ext>
            </a:extLst>
          </p:cNvPr>
          <p:cNvSpPr/>
          <p:nvPr/>
        </p:nvSpPr>
        <p:spPr>
          <a:xfrm>
            <a:off x="163899" y="1151626"/>
            <a:ext cx="628003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D577C4F5-7AF1-EA59-DFDD-95D501E7C2B4}"/>
              </a:ext>
            </a:extLst>
          </p:cNvPr>
          <p:cNvSpPr/>
          <p:nvPr/>
        </p:nvSpPr>
        <p:spPr>
          <a:xfrm>
            <a:off x="163899" y="4052186"/>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6" name="Title 1">
            <a:extLst>
              <a:ext uri="{FF2B5EF4-FFF2-40B4-BE49-F238E27FC236}">
                <a16:creationId xmlns:a16="http://schemas.microsoft.com/office/drawing/2014/main" id="{87A8BF4B-D2BF-9FAE-8985-0AD1F17044FA}"/>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Route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pic>
        <p:nvPicPr>
          <p:cNvPr id="8" name="Picture 7">
            <a:extLst>
              <a:ext uri="{FF2B5EF4-FFF2-40B4-BE49-F238E27FC236}">
                <a16:creationId xmlns:a16="http://schemas.microsoft.com/office/drawing/2014/main" id="{6B32A837-B57F-96B9-5086-58C2EE28434D}"/>
              </a:ext>
            </a:extLst>
          </p:cNvPr>
          <p:cNvPicPr>
            <a:picLocks noChangeAspect="1"/>
          </p:cNvPicPr>
          <p:nvPr/>
        </p:nvPicPr>
        <p:blipFill>
          <a:blip r:embed="rId2"/>
          <a:stretch>
            <a:fillRect/>
          </a:stretch>
        </p:blipFill>
        <p:spPr>
          <a:xfrm>
            <a:off x="414067" y="1202352"/>
            <a:ext cx="5762446" cy="2132800"/>
          </a:xfrm>
          <a:prstGeom prst="rect">
            <a:avLst/>
          </a:prstGeom>
        </p:spPr>
      </p:pic>
      <p:pic>
        <p:nvPicPr>
          <p:cNvPr id="10" name="Picture 9">
            <a:extLst>
              <a:ext uri="{FF2B5EF4-FFF2-40B4-BE49-F238E27FC236}">
                <a16:creationId xmlns:a16="http://schemas.microsoft.com/office/drawing/2014/main" id="{72405C40-E793-9BFA-073B-9442F47B520A}"/>
              </a:ext>
            </a:extLst>
          </p:cNvPr>
          <p:cNvPicPr>
            <a:picLocks noChangeAspect="1"/>
          </p:cNvPicPr>
          <p:nvPr/>
        </p:nvPicPr>
        <p:blipFill>
          <a:blip r:embed="rId3"/>
          <a:stretch>
            <a:fillRect/>
          </a:stretch>
        </p:blipFill>
        <p:spPr>
          <a:xfrm>
            <a:off x="8373446" y="1057778"/>
            <a:ext cx="2829320" cy="2277374"/>
          </a:xfrm>
          <a:prstGeom prst="rect">
            <a:avLst/>
          </a:prstGeom>
        </p:spPr>
      </p:pic>
      <p:pic>
        <p:nvPicPr>
          <p:cNvPr id="12" name="Picture 11">
            <a:extLst>
              <a:ext uri="{FF2B5EF4-FFF2-40B4-BE49-F238E27FC236}">
                <a16:creationId xmlns:a16="http://schemas.microsoft.com/office/drawing/2014/main" id="{6E3DE6E8-BE43-00DE-87F5-54C698E7034F}"/>
              </a:ext>
            </a:extLst>
          </p:cNvPr>
          <p:cNvPicPr>
            <a:picLocks noChangeAspect="1"/>
          </p:cNvPicPr>
          <p:nvPr/>
        </p:nvPicPr>
        <p:blipFill>
          <a:blip r:embed="rId4"/>
          <a:stretch>
            <a:fillRect/>
          </a:stretch>
        </p:blipFill>
        <p:spPr>
          <a:xfrm>
            <a:off x="336431" y="4128687"/>
            <a:ext cx="6107502" cy="2124371"/>
          </a:xfrm>
          <a:prstGeom prst="rect">
            <a:avLst/>
          </a:prstGeom>
        </p:spPr>
      </p:pic>
      <p:pic>
        <p:nvPicPr>
          <p:cNvPr id="14" name="Picture 13">
            <a:extLst>
              <a:ext uri="{FF2B5EF4-FFF2-40B4-BE49-F238E27FC236}">
                <a16:creationId xmlns:a16="http://schemas.microsoft.com/office/drawing/2014/main" id="{3CF42A59-E342-0AB9-E973-945F106BC8D6}"/>
              </a:ext>
            </a:extLst>
          </p:cNvPr>
          <p:cNvPicPr>
            <a:picLocks noChangeAspect="1"/>
          </p:cNvPicPr>
          <p:nvPr/>
        </p:nvPicPr>
        <p:blipFill>
          <a:blip r:embed="rId5"/>
          <a:stretch>
            <a:fillRect/>
          </a:stretch>
        </p:blipFill>
        <p:spPr>
          <a:xfrm>
            <a:off x="8240077" y="4204597"/>
            <a:ext cx="3175922" cy="1687305"/>
          </a:xfrm>
          <a:prstGeom prst="rect">
            <a:avLst/>
          </a:prstGeom>
        </p:spPr>
      </p:pic>
      <p:sp>
        <p:nvSpPr>
          <p:cNvPr id="15" name="Arrow: Right 14">
            <a:extLst>
              <a:ext uri="{FF2B5EF4-FFF2-40B4-BE49-F238E27FC236}">
                <a16:creationId xmlns:a16="http://schemas.microsoft.com/office/drawing/2014/main" id="{9424D293-BEC6-ACC4-C369-DFD8ADD84D15}"/>
              </a:ext>
            </a:extLst>
          </p:cNvPr>
          <p:cNvSpPr/>
          <p:nvPr/>
        </p:nvSpPr>
        <p:spPr>
          <a:xfrm>
            <a:off x="7047784" y="1956008"/>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D57EF8AE-F555-EB8B-D975-001D4DFBAE81}"/>
              </a:ext>
            </a:extLst>
          </p:cNvPr>
          <p:cNvSpPr/>
          <p:nvPr/>
        </p:nvSpPr>
        <p:spPr>
          <a:xfrm>
            <a:off x="7047784" y="4949332"/>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0483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CBC2A73-A549-71A2-2F23-1C2CC8D35941}"/>
              </a:ext>
            </a:extLst>
          </p:cNvPr>
          <p:cNvSpPr/>
          <p:nvPr/>
        </p:nvSpPr>
        <p:spPr>
          <a:xfrm>
            <a:off x="112141" y="734683"/>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9397379D-0AE2-8113-7FEE-8575FFDC304F}"/>
              </a:ext>
            </a:extLst>
          </p:cNvPr>
          <p:cNvSpPr/>
          <p:nvPr/>
        </p:nvSpPr>
        <p:spPr>
          <a:xfrm>
            <a:off x="8151962" y="1151626"/>
            <a:ext cx="3574211" cy="136728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732799B2-7CB4-D30C-EC28-8ECB11EF86E3}"/>
              </a:ext>
            </a:extLst>
          </p:cNvPr>
          <p:cNvSpPr/>
          <p:nvPr/>
        </p:nvSpPr>
        <p:spPr>
          <a:xfrm>
            <a:off x="7781027" y="3828019"/>
            <a:ext cx="4006956"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D179FD0-6BC0-A119-4599-3208ECF5208A}"/>
              </a:ext>
            </a:extLst>
          </p:cNvPr>
          <p:cNvSpPr/>
          <p:nvPr/>
        </p:nvSpPr>
        <p:spPr>
          <a:xfrm>
            <a:off x="112139" y="3845944"/>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7" name="Picture 6">
            <a:extLst>
              <a:ext uri="{FF2B5EF4-FFF2-40B4-BE49-F238E27FC236}">
                <a16:creationId xmlns:a16="http://schemas.microsoft.com/office/drawing/2014/main" id="{9F212174-D681-7C09-54C0-D3E044BBD3D8}"/>
              </a:ext>
            </a:extLst>
          </p:cNvPr>
          <p:cNvPicPr>
            <a:picLocks noChangeAspect="1"/>
          </p:cNvPicPr>
          <p:nvPr/>
        </p:nvPicPr>
        <p:blipFill>
          <a:blip r:embed="rId2"/>
          <a:stretch>
            <a:fillRect/>
          </a:stretch>
        </p:blipFill>
        <p:spPr>
          <a:xfrm>
            <a:off x="375247" y="847322"/>
            <a:ext cx="5943599" cy="2052591"/>
          </a:xfrm>
          <a:prstGeom prst="rect">
            <a:avLst/>
          </a:prstGeom>
        </p:spPr>
      </p:pic>
      <p:pic>
        <p:nvPicPr>
          <p:cNvPr id="9" name="Picture 8">
            <a:extLst>
              <a:ext uri="{FF2B5EF4-FFF2-40B4-BE49-F238E27FC236}">
                <a16:creationId xmlns:a16="http://schemas.microsoft.com/office/drawing/2014/main" id="{D23054CC-45FA-4044-6995-7D16EFAB6EC1}"/>
              </a:ext>
            </a:extLst>
          </p:cNvPr>
          <p:cNvPicPr>
            <a:picLocks noChangeAspect="1"/>
          </p:cNvPicPr>
          <p:nvPr/>
        </p:nvPicPr>
        <p:blipFill>
          <a:blip r:embed="rId3"/>
          <a:stretch>
            <a:fillRect/>
          </a:stretch>
        </p:blipFill>
        <p:spPr>
          <a:xfrm>
            <a:off x="8355821" y="1465559"/>
            <a:ext cx="3255334" cy="785936"/>
          </a:xfrm>
          <a:prstGeom prst="rect">
            <a:avLst/>
          </a:prstGeom>
        </p:spPr>
      </p:pic>
      <p:pic>
        <p:nvPicPr>
          <p:cNvPr id="11" name="Picture 10">
            <a:extLst>
              <a:ext uri="{FF2B5EF4-FFF2-40B4-BE49-F238E27FC236}">
                <a16:creationId xmlns:a16="http://schemas.microsoft.com/office/drawing/2014/main" id="{F22ED3D1-B87E-C65F-C5B5-B94DEA0D42B8}"/>
              </a:ext>
            </a:extLst>
          </p:cNvPr>
          <p:cNvPicPr>
            <a:picLocks noChangeAspect="1"/>
          </p:cNvPicPr>
          <p:nvPr/>
        </p:nvPicPr>
        <p:blipFill>
          <a:blip r:embed="rId4"/>
          <a:stretch>
            <a:fillRect/>
          </a:stretch>
        </p:blipFill>
        <p:spPr>
          <a:xfrm>
            <a:off x="404018" y="3922735"/>
            <a:ext cx="5914828" cy="2087943"/>
          </a:xfrm>
          <a:prstGeom prst="rect">
            <a:avLst/>
          </a:prstGeom>
        </p:spPr>
      </p:pic>
      <p:pic>
        <p:nvPicPr>
          <p:cNvPr id="13" name="Picture 12">
            <a:extLst>
              <a:ext uri="{FF2B5EF4-FFF2-40B4-BE49-F238E27FC236}">
                <a16:creationId xmlns:a16="http://schemas.microsoft.com/office/drawing/2014/main" id="{F00E429D-3769-6AB4-A61C-FA0B73637F42}"/>
              </a:ext>
            </a:extLst>
          </p:cNvPr>
          <p:cNvPicPr>
            <a:picLocks noChangeAspect="1"/>
          </p:cNvPicPr>
          <p:nvPr/>
        </p:nvPicPr>
        <p:blipFill>
          <a:blip r:embed="rId5"/>
          <a:stretch>
            <a:fillRect/>
          </a:stretch>
        </p:blipFill>
        <p:spPr>
          <a:xfrm>
            <a:off x="7979435" y="4039701"/>
            <a:ext cx="3631720" cy="1878019"/>
          </a:xfrm>
          <a:prstGeom prst="rect">
            <a:avLst/>
          </a:prstGeom>
        </p:spPr>
      </p:pic>
      <p:sp>
        <p:nvSpPr>
          <p:cNvPr id="14" name="Arrow: Right 13">
            <a:extLst>
              <a:ext uri="{FF2B5EF4-FFF2-40B4-BE49-F238E27FC236}">
                <a16:creationId xmlns:a16="http://schemas.microsoft.com/office/drawing/2014/main" id="{428D1F99-06F9-4970-D467-34644AF906FB}"/>
              </a:ext>
            </a:extLst>
          </p:cNvPr>
          <p:cNvSpPr/>
          <p:nvPr/>
        </p:nvSpPr>
        <p:spPr>
          <a:xfrm>
            <a:off x="6915039" y="1714499"/>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3BDADB6F-7EF8-FA01-8DA4-759A63B3F79E}"/>
              </a:ext>
            </a:extLst>
          </p:cNvPr>
          <p:cNvSpPr/>
          <p:nvPr/>
        </p:nvSpPr>
        <p:spPr>
          <a:xfrm>
            <a:off x="6741542" y="4725166"/>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58282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43B7B-F5D8-3FDD-BD8C-50CA89D2051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Location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sp>
        <p:nvSpPr>
          <p:cNvPr id="3" name="Rectangle: Rounded Corners 2">
            <a:extLst>
              <a:ext uri="{FF2B5EF4-FFF2-40B4-BE49-F238E27FC236}">
                <a16:creationId xmlns:a16="http://schemas.microsoft.com/office/drawing/2014/main" id="{00DC1401-DCAC-65EC-49E0-B871FBF3CB15}"/>
              </a:ext>
            </a:extLst>
          </p:cNvPr>
          <p:cNvSpPr/>
          <p:nvPr/>
        </p:nvSpPr>
        <p:spPr>
          <a:xfrm>
            <a:off x="228600" y="1118497"/>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DEBCE547-DCA4-B07E-DEE8-2777862E1BE0}"/>
              </a:ext>
            </a:extLst>
          </p:cNvPr>
          <p:cNvSpPr/>
          <p:nvPr/>
        </p:nvSpPr>
        <p:spPr>
          <a:xfrm>
            <a:off x="8185212" y="1227826"/>
            <a:ext cx="330249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D9A9F484-8860-2556-4024-CB7480855651}"/>
              </a:ext>
            </a:extLst>
          </p:cNvPr>
          <p:cNvSpPr/>
          <p:nvPr/>
        </p:nvSpPr>
        <p:spPr>
          <a:xfrm>
            <a:off x="7963612" y="4716183"/>
            <a:ext cx="4053396" cy="11718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6" name="Rectangle: Rounded Corners 5">
            <a:extLst>
              <a:ext uri="{FF2B5EF4-FFF2-40B4-BE49-F238E27FC236}">
                <a16:creationId xmlns:a16="http://schemas.microsoft.com/office/drawing/2014/main" id="{5AD023D2-3E49-A0CF-0FB0-AE7643003C3C}"/>
              </a:ext>
            </a:extLst>
          </p:cNvPr>
          <p:cNvSpPr/>
          <p:nvPr/>
        </p:nvSpPr>
        <p:spPr>
          <a:xfrm>
            <a:off x="217057" y="3839193"/>
            <a:ext cx="6245888" cy="252794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8" name="Picture 7">
            <a:extLst>
              <a:ext uri="{FF2B5EF4-FFF2-40B4-BE49-F238E27FC236}">
                <a16:creationId xmlns:a16="http://schemas.microsoft.com/office/drawing/2014/main" id="{7A668B54-FAA4-B258-9E1B-809A4DC0CCB3}"/>
              </a:ext>
            </a:extLst>
          </p:cNvPr>
          <p:cNvPicPr>
            <a:picLocks noChangeAspect="1"/>
          </p:cNvPicPr>
          <p:nvPr/>
        </p:nvPicPr>
        <p:blipFill>
          <a:blip r:embed="rId2"/>
          <a:stretch>
            <a:fillRect/>
          </a:stretch>
        </p:blipFill>
        <p:spPr>
          <a:xfrm>
            <a:off x="494246" y="1375785"/>
            <a:ext cx="5817777" cy="1829055"/>
          </a:xfrm>
          <a:prstGeom prst="rect">
            <a:avLst/>
          </a:prstGeom>
        </p:spPr>
      </p:pic>
      <p:pic>
        <p:nvPicPr>
          <p:cNvPr id="10" name="Picture 9">
            <a:extLst>
              <a:ext uri="{FF2B5EF4-FFF2-40B4-BE49-F238E27FC236}">
                <a16:creationId xmlns:a16="http://schemas.microsoft.com/office/drawing/2014/main" id="{74BB46B6-9B46-3FCA-D96E-31978C71F8B4}"/>
              </a:ext>
            </a:extLst>
          </p:cNvPr>
          <p:cNvPicPr>
            <a:picLocks noChangeAspect="1"/>
          </p:cNvPicPr>
          <p:nvPr/>
        </p:nvPicPr>
        <p:blipFill>
          <a:blip r:embed="rId3"/>
          <a:stretch>
            <a:fillRect/>
          </a:stretch>
        </p:blipFill>
        <p:spPr>
          <a:xfrm>
            <a:off x="8383342" y="1428977"/>
            <a:ext cx="2793644" cy="1920630"/>
          </a:xfrm>
          <a:prstGeom prst="rect">
            <a:avLst/>
          </a:prstGeom>
        </p:spPr>
      </p:pic>
      <p:pic>
        <p:nvPicPr>
          <p:cNvPr id="12" name="Picture 11">
            <a:extLst>
              <a:ext uri="{FF2B5EF4-FFF2-40B4-BE49-F238E27FC236}">
                <a16:creationId xmlns:a16="http://schemas.microsoft.com/office/drawing/2014/main" id="{03A72E01-F227-F3CD-C057-933FBF11DEF5}"/>
              </a:ext>
            </a:extLst>
          </p:cNvPr>
          <p:cNvPicPr>
            <a:picLocks noChangeAspect="1"/>
          </p:cNvPicPr>
          <p:nvPr/>
        </p:nvPicPr>
        <p:blipFill>
          <a:blip r:embed="rId4"/>
          <a:stretch>
            <a:fillRect/>
          </a:stretch>
        </p:blipFill>
        <p:spPr>
          <a:xfrm>
            <a:off x="396591" y="4031746"/>
            <a:ext cx="5915432" cy="2210108"/>
          </a:xfrm>
          <a:prstGeom prst="rect">
            <a:avLst/>
          </a:prstGeom>
        </p:spPr>
      </p:pic>
      <p:pic>
        <p:nvPicPr>
          <p:cNvPr id="14" name="Picture 13">
            <a:extLst>
              <a:ext uri="{FF2B5EF4-FFF2-40B4-BE49-F238E27FC236}">
                <a16:creationId xmlns:a16="http://schemas.microsoft.com/office/drawing/2014/main" id="{FE20D2C3-BF97-27A4-30BC-D899D099E675}"/>
              </a:ext>
            </a:extLst>
          </p:cNvPr>
          <p:cNvPicPr>
            <a:picLocks noChangeAspect="1"/>
          </p:cNvPicPr>
          <p:nvPr/>
        </p:nvPicPr>
        <p:blipFill>
          <a:blip r:embed="rId5"/>
          <a:stretch>
            <a:fillRect/>
          </a:stretch>
        </p:blipFill>
        <p:spPr>
          <a:xfrm>
            <a:off x="8185212" y="4974046"/>
            <a:ext cx="3610197" cy="656128"/>
          </a:xfrm>
          <a:prstGeom prst="rect">
            <a:avLst/>
          </a:prstGeom>
        </p:spPr>
      </p:pic>
      <p:sp>
        <p:nvSpPr>
          <p:cNvPr id="15" name="Arrow: Right 14">
            <a:extLst>
              <a:ext uri="{FF2B5EF4-FFF2-40B4-BE49-F238E27FC236}">
                <a16:creationId xmlns:a16="http://schemas.microsoft.com/office/drawing/2014/main" id="{C8DFCF62-4101-3E07-F66F-DB259127D814}"/>
              </a:ext>
            </a:extLst>
          </p:cNvPr>
          <p:cNvSpPr/>
          <p:nvPr/>
        </p:nvSpPr>
        <p:spPr>
          <a:xfrm>
            <a:off x="7001865" y="2048772"/>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A423A116-5DBD-1FBA-837C-A8262029923B}"/>
              </a:ext>
            </a:extLst>
          </p:cNvPr>
          <p:cNvSpPr/>
          <p:nvPr/>
        </p:nvSpPr>
        <p:spPr>
          <a:xfrm>
            <a:off x="6773331" y="5010349"/>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349485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AFBB83F-CB2A-2587-FDBB-DDC9C9A49C7E}"/>
              </a:ext>
            </a:extLst>
          </p:cNvPr>
          <p:cNvSpPr/>
          <p:nvPr/>
        </p:nvSpPr>
        <p:spPr>
          <a:xfrm>
            <a:off x="163899" y="1151626"/>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D1E61EA3-9684-3DCA-F419-9A7F4F285F48}"/>
              </a:ext>
            </a:extLst>
          </p:cNvPr>
          <p:cNvSpPr/>
          <p:nvPr/>
        </p:nvSpPr>
        <p:spPr>
          <a:xfrm>
            <a:off x="8007658" y="1269507"/>
            <a:ext cx="2464122" cy="133165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F5614797-7C60-838E-F0BF-2B87D8D8F2D3}"/>
              </a:ext>
            </a:extLst>
          </p:cNvPr>
          <p:cNvSpPr/>
          <p:nvPr/>
        </p:nvSpPr>
        <p:spPr>
          <a:xfrm>
            <a:off x="8007658" y="3681451"/>
            <a:ext cx="3400148" cy="265720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0009777-57E8-27B1-5B46-05DB868C509E}"/>
              </a:ext>
            </a:extLst>
          </p:cNvPr>
          <p:cNvSpPr/>
          <p:nvPr/>
        </p:nvSpPr>
        <p:spPr>
          <a:xfrm>
            <a:off x="163899" y="3774615"/>
            <a:ext cx="6469813" cy="22773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pic>
        <p:nvPicPr>
          <p:cNvPr id="7" name="Picture 6">
            <a:extLst>
              <a:ext uri="{FF2B5EF4-FFF2-40B4-BE49-F238E27FC236}">
                <a16:creationId xmlns:a16="http://schemas.microsoft.com/office/drawing/2014/main" id="{2FCA97B4-AC3E-327C-C584-5E521DBC82E3}"/>
              </a:ext>
            </a:extLst>
          </p:cNvPr>
          <p:cNvPicPr>
            <a:picLocks noChangeAspect="1"/>
          </p:cNvPicPr>
          <p:nvPr/>
        </p:nvPicPr>
        <p:blipFill>
          <a:blip r:embed="rId2"/>
          <a:stretch>
            <a:fillRect/>
          </a:stretch>
        </p:blipFill>
        <p:spPr>
          <a:xfrm>
            <a:off x="333424" y="1269507"/>
            <a:ext cx="6130762" cy="2020343"/>
          </a:xfrm>
          <a:prstGeom prst="rect">
            <a:avLst/>
          </a:prstGeom>
        </p:spPr>
      </p:pic>
      <p:pic>
        <p:nvPicPr>
          <p:cNvPr id="9" name="Picture 8">
            <a:extLst>
              <a:ext uri="{FF2B5EF4-FFF2-40B4-BE49-F238E27FC236}">
                <a16:creationId xmlns:a16="http://schemas.microsoft.com/office/drawing/2014/main" id="{3EE6FFBC-0F14-AA8F-8D5E-B8EADCD27489}"/>
              </a:ext>
            </a:extLst>
          </p:cNvPr>
          <p:cNvPicPr>
            <a:picLocks noChangeAspect="1"/>
          </p:cNvPicPr>
          <p:nvPr/>
        </p:nvPicPr>
        <p:blipFill>
          <a:blip r:embed="rId3"/>
          <a:stretch>
            <a:fillRect/>
          </a:stretch>
        </p:blipFill>
        <p:spPr>
          <a:xfrm>
            <a:off x="8096271" y="1420427"/>
            <a:ext cx="2112811" cy="971105"/>
          </a:xfrm>
          <a:prstGeom prst="rect">
            <a:avLst/>
          </a:prstGeom>
        </p:spPr>
      </p:pic>
      <p:pic>
        <p:nvPicPr>
          <p:cNvPr id="11" name="Picture 10">
            <a:extLst>
              <a:ext uri="{FF2B5EF4-FFF2-40B4-BE49-F238E27FC236}">
                <a16:creationId xmlns:a16="http://schemas.microsoft.com/office/drawing/2014/main" id="{AFFA569B-2EF7-4950-6481-32ED861391C0}"/>
              </a:ext>
            </a:extLst>
          </p:cNvPr>
          <p:cNvPicPr>
            <a:picLocks noChangeAspect="1"/>
          </p:cNvPicPr>
          <p:nvPr/>
        </p:nvPicPr>
        <p:blipFill>
          <a:blip r:embed="rId4"/>
          <a:stretch>
            <a:fillRect/>
          </a:stretch>
        </p:blipFill>
        <p:spPr>
          <a:xfrm>
            <a:off x="238966" y="3965432"/>
            <a:ext cx="6210661" cy="1895740"/>
          </a:xfrm>
          <a:prstGeom prst="rect">
            <a:avLst/>
          </a:prstGeom>
        </p:spPr>
      </p:pic>
      <p:pic>
        <p:nvPicPr>
          <p:cNvPr id="13" name="Picture 12">
            <a:extLst>
              <a:ext uri="{FF2B5EF4-FFF2-40B4-BE49-F238E27FC236}">
                <a16:creationId xmlns:a16="http://schemas.microsoft.com/office/drawing/2014/main" id="{38E52232-DAA2-38B9-A67F-EEACDA3C5AD3}"/>
              </a:ext>
            </a:extLst>
          </p:cNvPr>
          <p:cNvPicPr>
            <a:picLocks noChangeAspect="1"/>
          </p:cNvPicPr>
          <p:nvPr/>
        </p:nvPicPr>
        <p:blipFill>
          <a:blip r:embed="rId5"/>
          <a:stretch>
            <a:fillRect/>
          </a:stretch>
        </p:blipFill>
        <p:spPr>
          <a:xfrm>
            <a:off x="8192393" y="3833551"/>
            <a:ext cx="3029373" cy="2353003"/>
          </a:xfrm>
          <a:prstGeom prst="rect">
            <a:avLst/>
          </a:prstGeom>
        </p:spPr>
      </p:pic>
      <p:sp>
        <p:nvSpPr>
          <p:cNvPr id="14" name="Arrow: Right 13">
            <a:extLst>
              <a:ext uri="{FF2B5EF4-FFF2-40B4-BE49-F238E27FC236}">
                <a16:creationId xmlns:a16="http://schemas.microsoft.com/office/drawing/2014/main" id="{FD2FE41B-9178-49B5-28F1-94D8FBD567D8}"/>
              </a:ext>
            </a:extLst>
          </p:cNvPr>
          <p:cNvSpPr/>
          <p:nvPr/>
        </p:nvSpPr>
        <p:spPr>
          <a:xfrm>
            <a:off x="6903729" y="1814562"/>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72DB57E6-432E-A053-D1AA-F850623076C5}"/>
              </a:ext>
            </a:extLst>
          </p:cNvPr>
          <p:cNvSpPr/>
          <p:nvPr/>
        </p:nvSpPr>
        <p:spPr>
          <a:xfrm>
            <a:off x="6880737" y="4612664"/>
            <a:ext cx="879895" cy="2415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3413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7DAFD42-2F7E-439A-9816-5835BDF57E97}">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9CA127A-51C9-469D-AC42-50DD87344ED5}">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117</TotalTime>
  <Words>603</Words>
  <Application>Microsoft Office PowerPoint</Application>
  <PresentationFormat>Widescreen</PresentationFormat>
  <Paragraphs>62</Paragraphs>
  <Slides>15</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Baskerville Old Face</vt:lpstr>
      <vt:lpstr>Calibri</vt:lpstr>
      <vt:lpstr>Century Gothic</vt:lpstr>
      <vt:lpstr>Segoe UI Light</vt:lpstr>
      <vt:lpstr>Wingdings</vt:lpstr>
      <vt:lpstr>Office Theme</vt:lpstr>
      <vt:lpstr>Rapido Cab Analysis Presentation BY Ghadge Sarvesh Tukaram</vt:lpstr>
      <vt:lpstr>Project Overview</vt:lpstr>
      <vt:lpstr>Project analysis slide 3</vt:lpstr>
      <vt:lpstr>Project analysis slide 4</vt:lpstr>
      <vt:lpstr>Project analysis slide 5</vt:lpstr>
      <vt:lpstr>Project analysis slide 6</vt:lpstr>
      <vt:lpstr>Project analysis slide 7</vt:lpstr>
      <vt:lpstr>Project analysis slide 8</vt:lpstr>
      <vt:lpstr>Project analysis slide 10</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SARVESH GHADGE</dc:creator>
  <cp:lastModifiedBy>SARVESH GHADGE</cp:lastModifiedBy>
  <cp:revision>1</cp:revision>
  <dcterms:created xsi:type="dcterms:W3CDTF">2025-07-30T12:22:37Z</dcterms:created>
  <dcterms:modified xsi:type="dcterms:W3CDTF">2025-07-31T11:07:42Z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